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93AFBC2-3321-EF0A-E4B6-37CECA14FCA8}" v="279" dt="2025-10-10T16:46:18.74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i-sophie Meng" userId="S::mm1207@duke.edu::2cbbaee7-b319-406a-9c70-46e19985abe0" providerId="AD" clId="Web-{593AFBC2-3321-EF0A-E4B6-37CECA14FCA8}"/>
    <pc:docChg chg="addSld modSld">
      <pc:chgData name="Mai-sophie Meng" userId="S::mm1207@duke.edu::2cbbaee7-b319-406a-9c70-46e19985abe0" providerId="AD" clId="Web-{593AFBC2-3321-EF0A-E4B6-37CECA14FCA8}" dt="2025-10-10T16:46:18.403" v="187"/>
      <pc:docMkLst>
        <pc:docMk/>
      </pc:docMkLst>
      <pc:sldChg chg="addSp delSp modSp">
        <pc:chgData name="Mai-sophie Meng" userId="S::mm1207@duke.edu::2cbbaee7-b319-406a-9c70-46e19985abe0" providerId="AD" clId="Web-{593AFBC2-3321-EF0A-E4B6-37CECA14FCA8}" dt="2025-10-10T15:40:12.688" v="43" actId="20577"/>
        <pc:sldMkLst>
          <pc:docMk/>
          <pc:sldMk cId="109857222" sldId="256"/>
        </pc:sldMkLst>
        <pc:spChg chg="del mod">
          <ac:chgData name="Mai-sophie Meng" userId="S::mm1207@duke.edu::2cbbaee7-b319-406a-9c70-46e19985abe0" providerId="AD" clId="Web-{593AFBC2-3321-EF0A-E4B6-37CECA14FCA8}" dt="2025-10-10T15:34:59.845" v="1"/>
          <ac:spMkLst>
            <pc:docMk/>
            <pc:sldMk cId="109857222" sldId="256"/>
            <ac:spMk id="2" creationId="{00000000-0000-0000-0000-000000000000}"/>
          </ac:spMkLst>
        </pc:spChg>
        <pc:spChg chg="del mod">
          <ac:chgData name="Mai-sophie Meng" userId="S::mm1207@duke.edu::2cbbaee7-b319-406a-9c70-46e19985abe0" providerId="AD" clId="Web-{593AFBC2-3321-EF0A-E4B6-37CECA14FCA8}" dt="2025-10-10T15:35:03.689" v="3"/>
          <ac:spMkLst>
            <pc:docMk/>
            <pc:sldMk cId="109857222" sldId="256"/>
            <ac:spMk id="3" creationId="{00000000-0000-0000-0000-000000000000}"/>
          </ac:spMkLst>
        </pc:spChg>
        <pc:spChg chg="add mod">
          <ac:chgData name="Mai-sophie Meng" userId="S::mm1207@duke.edu::2cbbaee7-b319-406a-9c70-46e19985abe0" providerId="AD" clId="Web-{593AFBC2-3321-EF0A-E4B6-37CECA14FCA8}" dt="2025-10-10T15:40:12.688" v="43" actId="20577"/>
          <ac:spMkLst>
            <pc:docMk/>
            <pc:sldMk cId="109857222" sldId="256"/>
            <ac:spMk id="8" creationId="{A6CA3DE6-6E99-12E7-098D-E9B93FFC6770}"/>
          </ac:spMkLst>
        </pc:spChg>
        <pc:picChg chg="add mod">
          <ac:chgData name="Mai-sophie Meng" userId="S::mm1207@duke.edu::2cbbaee7-b319-406a-9c70-46e19985abe0" providerId="AD" clId="Web-{593AFBC2-3321-EF0A-E4B6-37CECA14FCA8}" dt="2025-10-10T15:38:17.407" v="23" actId="14100"/>
          <ac:picMkLst>
            <pc:docMk/>
            <pc:sldMk cId="109857222" sldId="256"/>
            <ac:picMk id="4" creationId="{069219CE-DA6E-3CC3-501D-CCCF7DE7E466}"/>
          </ac:picMkLst>
        </pc:picChg>
        <pc:picChg chg="add mod">
          <ac:chgData name="Mai-sophie Meng" userId="S::mm1207@duke.edu::2cbbaee7-b319-406a-9c70-46e19985abe0" providerId="AD" clId="Web-{593AFBC2-3321-EF0A-E4B6-37CECA14FCA8}" dt="2025-10-10T15:38:30.641" v="24" actId="688"/>
          <ac:picMkLst>
            <pc:docMk/>
            <pc:sldMk cId="109857222" sldId="256"/>
            <ac:picMk id="5" creationId="{6C5EE013-BC2A-D43E-2B3D-1BE253C74880}"/>
          </ac:picMkLst>
        </pc:picChg>
        <pc:picChg chg="add mod">
          <ac:chgData name="Mai-sophie Meng" userId="S::mm1207@duke.edu::2cbbaee7-b319-406a-9c70-46e19985abe0" providerId="AD" clId="Web-{593AFBC2-3321-EF0A-E4B6-37CECA14FCA8}" dt="2025-10-10T15:38:44.797" v="26" actId="688"/>
          <ac:picMkLst>
            <pc:docMk/>
            <pc:sldMk cId="109857222" sldId="256"/>
            <ac:picMk id="6" creationId="{4B19D23C-A985-EC56-FAD7-35D96CE7FEA3}"/>
          </ac:picMkLst>
        </pc:picChg>
        <pc:picChg chg="add mod">
          <ac:chgData name="Mai-sophie Meng" userId="S::mm1207@duke.edu::2cbbaee7-b319-406a-9c70-46e19985abe0" providerId="AD" clId="Web-{593AFBC2-3321-EF0A-E4B6-37CECA14FCA8}" dt="2025-10-10T15:38:39.235" v="25" actId="688"/>
          <ac:picMkLst>
            <pc:docMk/>
            <pc:sldMk cId="109857222" sldId="256"/>
            <ac:picMk id="7" creationId="{224ADA19-1AF2-1D9B-7A1C-29C374320F20}"/>
          </ac:picMkLst>
        </pc:picChg>
      </pc:sldChg>
      <pc:sldChg chg="modSp add replId">
        <pc:chgData name="Mai-sophie Meng" userId="S::mm1207@duke.edu::2cbbaee7-b319-406a-9c70-46e19985abe0" providerId="AD" clId="Web-{593AFBC2-3321-EF0A-E4B6-37CECA14FCA8}" dt="2025-10-10T15:42:16.390" v="57" actId="1076"/>
        <pc:sldMkLst>
          <pc:docMk/>
          <pc:sldMk cId="1574093312" sldId="257"/>
        </pc:sldMkLst>
        <pc:spChg chg="mod">
          <ac:chgData name="Mai-sophie Meng" userId="S::mm1207@duke.edu::2cbbaee7-b319-406a-9c70-46e19985abe0" providerId="AD" clId="Web-{593AFBC2-3321-EF0A-E4B6-37CECA14FCA8}" dt="2025-10-10T15:40:41.844" v="46" actId="20577"/>
          <ac:spMkLst>
            <pc:docMk/>
            <pc:sldMk cId="1574093312" sldId="257"/>
            <ac:spMk id="8" creationId="{7D381B4D-6FF8-16B5-F1C5-F7EE7BE38375}"/>
          </ac:spMkLst>
        </pc:spChg>
        <pc:picChg chg="mod">
          <ac:chgData name="Mai-sophie Meng" userId="S::mm1207@duke.edu::2cbbaee7-b319-406a-9c70-46e19985abe0" providerId="AD" clId="Web-{593AFBC2-3321-EF0A-E4B6-37CECA14FCA8}" dt="2025-10-10T15:40:54.594" v="47"/>
          <ac:picMkLst>
            <pc:docMk/>
            <pc:sldMk cId="1574093312" sldId="257"/>
            <ac:picMk id="4" creationId="{355DBF32-FCDF-E514-E94F-246EDCBDBDDD}"/>
          </ac:picMkLst>
        </pc:picChg>
        <pc:picChg chg="mod">
          <ac:chgData name="Mai-sophie Meng" userId="S::mm1207@duke.edu::2cbbaee7-b319-406a-9c70-46e19985abe0" providerId="AD" clId="Web-{593AFBC2-3321-EF0A-E4B6-37CECA14FCA8}" dt="2025-10-10T15:41:14.688" v="50" actId="1076"/>
          <ac:picMkLst>
            <pc:docMk/>
            <pc:sldMk cId="1574093312" sldId="257"/>
            <ac:picMk id="5" creationId="{980DE9CB-04D8-8AE2-A4FD-8B580FD6787F}"/>
          </ac:picMkLst>
        </pc:picChg>
        <pc:picChg chg="mod">
          <ac:chgData name="Mai-sophie Meng" userId="S::mm1207@duke.edu::2cbbaee7-b319-406a-9c70-46e19985abe0" providerId="AD" clId="Web-{593AFBC2-3321-EF0A-E4B6-37CECA14FCA8}" dt="2025-10-10T15:41:36.594" v="51"/>
          <ac:picMkLst>
            <pc:docMk/>
            <pc:sldMk cId="1574093312" sldId="257"/>
            <ac:picMk id="6" creationId="{7DA2F34A-E0B4-DF95-0FB4-F9FFB152CBE6}"/>
          </ac:picMkLst>
        </pc:picChg>
        <pc:picChg chg="mod">
          <ac:chgData name="Mai-sophie Meng" userId="S::mm1207@duke.edu::2cbbaee7-b319-406a-9c70-46e19985abe0" providerId="AD" clId="Web-{593AFBC2-3321-EF0A-E4B6-37CECA14FCA8}" dt="2025-10-10T15:42:16.390" v="57" actId="1076"/>
          <ac:picMkLst>
            <pc:docMk/>
            <pc:sldMk cId="1574093312" sldId="257"/>
            <ac:picMk id="7" creationId="{8DD772B2-F3B3-0872-33B9-C5E2F03AD8D1}"/>
          </ac:picMkLst>
        </pc:picChg>
      </pc:sldChg>
      <pc:sldChg chg="delSp modSp add replId">
        <pc:chgData name="Mai-sophie Meng" userId="S::mm1207@duke.edu::2cbbaee7-b319-406a-9c70-46e19985abe0" providerId="AD" clId="Web-{593AFBC2-3321-EF0A-E4B6-37CECA14FCA8}" dt="2025-10-10T15:45:26.747" v="70" actId="1076"/>
        <pc:sldMkLst>
          <pc:docMk/>
          <pc:sldMk cId="155562230" sldId="258"/>
        </pc:sldMkLst>
        <pc:spChg chg="mod">
          <ac:chgData name="Mai-sophie Meng" userId="S::mm1207@duke.edu::2cbbaee7-b319-406a-9c70-46e19985abe0" providerId="AD" clId="Web-{593AFBC2-3321-EF0A-E4B6-37CECA14FCA8}" dt="2025-10-10T15:45:26.747" v="70" actId="1076"/>
          <ac:spMkLst>
            <pc:docMk/>
            <pc:sldMk cId="155562230" sldId="258"/>
            <ac:spMk id="8" creationId="{0F980D44-4DAE-CCDA-919D-7A7D15784AED}"/>
          </ac:spMkLst>
        </pc:spChg>
        <pc:picChg chg="mod">
          <ac:chgData name="Mai-sophie Meng" userId="S::mm1207@duke.edu::2cbbaee7-b319-406a-9c70-46e19985abe0" providerId="AD" clId="Web-{593AFBC2-3321-EF0A-E4B6-37CECA14FCA8}" dt="2025-10-10T15:45:16.294" v="67" actId="1076"/>
          <ac:picMkLst>
            <pc:docMk/>
            <pc:sldMk cId="155562230" sldId="258"/>
            <ac:picMk id="4" creationId="{A33F5D66-D803-3B13-ED79-10944D644F15}"/>
          </ac:picMkLst>
        </pc:picChg>
        <pc:picChg chg="mod">
          <ac:chgData name="Mai-sophie Meng" userId="S::mm1207@duke.edu::2cbbaee7-b319-406a-9c70-46e19985abe0" providerId="AD" clId="Web-{593AFBC2-3321-EF0A-E4B6-37CECA14FCA8}" dt="2025-10-10T15:45:22.857" v="69" actId="1076"/>
          <ac:picMkLst>
            <pc:docMk/>
            <pc:sldMk cId="155562230" sldId="258"/>
            <ac:picMk id="5" creationId="{076CBAE1-FEB0-99C9-9A5A-1CEDC19603D5}"/>
          </ac:picMkLst>
        </pc:picChg>
        <pc:picChg chg="del">
          <ac:chgData name="Mai-sophie Meng" userId="S::mm1207@duke.edu::2cbbaee7-b319-406a-9c70-46e19985abe0" providerId="AD" clId="Web-{593AFBC2-3321-EF0A-E4B6-37CECA14FCA8}" dt="2025-10-10T15:45:10.841" v="65"/>
          <ac:picMkLst>
            <pc:docMk/>
            <pc:sldMk cId="155562230" sldId="258"/>
            <ac:picMk id="6" creationId="{CA8FFC77-F93A-401B-187D-B991EB6DB829}"/>
          </ac:picMkLst>
        </pc:picChg>
        <pc:picChg chg="del">
          <ac:chgData name="Mai-sophie Meng" userId="S::mm1207@duke.edu::2cbbaee7-b319-406a-9c70-46e19985abe0" providerId="AD" clId="Web-{593AFBC2-3321-EF0A-E4B6-37CECA14FCA8}" dt="2025-10-10T15:45:09.200" v="64"/>
          <ac:picMkLst>
            <pc:docMk/>
            <pc:sldMk cId="155562230" sldId="258"/>
            <ac:picMk id="7" creationId="{6B973E24-3686-7DD7-5C96-D2E155E1C071}"/>
          </ac:picMkLst>
        </pc:picChg>
      </pc:sldChg>
      <pc:sldChg chg="delSp modSp add replId">
        <pc:chgData name="Mai-sophie Meng" userId="S::mm1207@duke.edu::2cbbaee7-b319-406a-9c70-46e19985abe0" providerId="AD" clId="Web-{593AFBC2-3321-EF0A-E4B6-37CECA14FCA8}" dt="2025-10-10T15:46:40.434" v="77"/>
        <pc:sldMkLst>
          <pc:docMk/>
          <pc:sldMk cId="3510681715" sldId="259"/>
        </pc:sldMkLst>
        <pc:spChg chg="mod">
          <ac:chgData name="Mai-sophie Meng" userId="S::mm1207@duke.edu::2cbbaee7-b319-406a-9c70-46e19985abe0" providerId="AD" clId="Web-{593AFBC2-3321-EF0A-E4B6-37CECA14FCA8}" dt="2025-10-10T15:45:57.059" v="73" actId="20577"/>
          <ac:spMkLst>
            <pc:docMk/>
            <pc:sldMk cId="3510681715" sldId="259"/>
            <ac:spMk id="8" creationId="{BF6C6323-4EEC-0486-8162-CFB829A16E04}"/>
          </ac:spMkLst>
        </pc:spChg>
        <pc:picChg chg="mod">
          <ac:chgData name="Mai-sophie Meng" userId="S::mm1207@duke.edu::2cbbaee7-b319-406a-9c70-46e19985abe0" providerId="AD" clId="Web-{593AFBC2-3321-EF0A-E4B6-37CECA14FCA8}" dt="2025-10-10T15:46:16.653" v="74"/>
          <ac:picMkLst>
            <pc:docMk/>
            <pc:sldMk cId="3510681715" sldId="259"/>
            <ac:picMk id="4" creationId="{F2EB0B14-87BA-C8E4-72A0-CC7582ECE8D6}"/>
          </ac:picMkLst>
        </pc:picChg>
        <pc:picChg chg="del">
          <ac:chgData name="Mai-sophie Meng" userId="S::mm1207@duke.edu::2cbbaee7-b319-406a-9c70-46e19985abe0" providerId="AD" clId="Web-{593AFBC2-3321-EF0A-E4B6-37CECA14FCA8}" dt="2025-10-10T15:46:19.794" v="75"/>
          <ac:picMkLst>
            <pc:docMk/>
            <pc:sldMk cId="3510681715" sldId="259"/>
            <ac:picMk id="5" creationId="{C6B56F89-3B6A-3EE2-8CCE-F0D887C1AFA9}"/>
          </ac:picMkLst>
        </pc:picChg>
        <pc:picChg chg="mod">
          <ac:chgData name="Mai-sophie Meng" userId="S::mm1207@duke.edu::2cbbaee7-b319-406a-9c70-46e19985abe0" providerId="AD" clId="Web-{593AFBC2-3321-EF0A-E4B6-37CECA14FCA8}" dt="2025-10-10T15:46:28.325" v="76"/>
          <ac:picMkLst>
            <pc:docMk/>
            <pc:sldMk cId="3510681715" sldId="259"/>
            <ac:picMk id="6" creationId="{1786FBB1-237A-1296-FCF8-11A9F14EC1D0}"/>
          </ac:picMkLst>
        </pc:picChg>
        <pc:picChg chg="mod">
          <ac:chgData name="Mai-sophie Meng" userId="S::mm1207@duke.edu::2cbbaee7-b319-406a-9c70-46e19985abe0" providerId="AD" clId="Web-{593AFBC2-3321-EF0A-E4B6-37CECA14FCA8}" dt="2025-10-10T15:46:40.434" v="77"/>
          <ac:picMkLst>
            <pc:docMk/>
            <pc:sldMk cId="3510681715" sldId="259"/>
            <ac:picMk id="7" creationId="{3D8BA302-D847-7029-13AA-E8ACC6EEBFA2}"/>
          </ac:picMkLst>
        </pc:picChg>
      </pc:sldChg>
      <pc:sldChg chg="delSp modSp add replId">
        <pc:chgData name="Mai-sophie Meng" userId="S::mm1207@duke.edu::2cbbaee7-b319-406a-9c70-46e19985abe0" providerId="AD" clId="Web-{593AFBC2-3321-EF0A-E4B6-37CECA14FCA8}" dt="2025-10-10T16:06:12.272" v="83"/>
        <pc:sldMkLst>
          <pc:docMk/>
          <pc:sldMk cId="2035018052" sldId="260"/>
        </pc:sldMkLst>
        <pc:spChg chg="mod">
          <ac:chgData name="Mai-sophie Meng" userId="S::mm1207@duke.edu::2cbbaee7-b319-406a-9c70-46e19985abe0" providerId="AD" clId="Web-{593AFBC2-3321-EF0A-E4B6-37CECA14FCA8}" dt="2025-10-10T15:47:36.856" v="79" actId="20577"/>
          <ac:spMkLst>
            <pc:docMk/>
            <pc:sldMk cId="2035018052" sldId="260"/>
            <ac:spMk id="8" creationId="{77B9C391-D9F5-53C8-A3F6-A49CB98D15B2}"/>
          </ac:spMkLst>
        </pc:spChg>
        <pc:picChg chg="mod">
          <ac:chgData name="Mai-sophie Meng" userId="S::mm1207@duke.edu::2cbbaee7-b319-406a-9c70-46e19985abe0" providerId="AD" clId="Web-{593AFBC2-3321-EF0A-E4B6-37CECA14FCA8}" dt="2025-10-10T16:05:25.116" v="80"/>
          <ac:picMkLst>
            <pc:docMk/>
            <pc:sldMk cId="2035018052" sldId="260"/>
            <ac:picMk id="4" creationId="{7B305A6E-795D-95FA-9050-C443FC8D6AC5}"/>
          </ac:picMkLst>
        </pc:picChg>
        <pc:picChg chg="mod">
          <ac:chgData name="Mai-sophie Meng" userId="S::mm1207@duke.edu::2cbbaee7-b319-406a-9c70-46e19985abe0" providerId="AD" clId="Web-{593AFBC2-3321-EF0A-E4B6-37CECA14FCA8}" dt="2025-10-10T16:05:37.444" v="81"/>
          <ac:picMkLst>
            <pc:docMk/>
            <pc:sldMk cId="2035018052" sldId="260"/>
            <ac:picMk id="5" creationId="{047EC733-3212-7B19-2CF6-3F09205EA9BA}"/>
          </ac:picMkLst>
        </pc:picChg>
        <pc:picChg chg="mod">
          <ac:chgData name="Mai-sophie Meng" userId="S::mm1207@duke.edu::2cbbaee7-b319-406a-9c70-46e19985abe0" providerId="AD" clId="Web-{593AFBC2-3321-EF0A-E4B6-37CECA14FCA8}" dt="2025-10-10T16:06:10.084" v="82"/>
          <ac:picMkLst>
            <pc:docMk/>
            <pc:sldMk cId="2035018052" sldId="260"/>
            <ac:picMk id="6" creationId="{10517F0E-2778-E60D-C48B-2C5CA19FA658}"/>
          </ac:picMkLst>
        </pc:picChg>
        <pc:picChg chg="del">
          <ac:chgData name="Mai-sophie Meng" userId="S::mm1207@duke.edu::2cbbaee7-b319-406a-9c70-46e19985abe0" providerId="AD" clId="Web-{593AFBC2-3321-EF0A-E4B6-37CECA14FCA8}" dt="2025-10-10T16:06:12.272" v="83"/>
          <ac:picMkLst>
            <pc:docMk/>
            <pc:sldMk cId="2035018052" sldId="260"/>
            <ac:picMk id="7" creationId="{D030D2D3-A822-4D7A-5485-C4556019AE01}"/>
          </ac:picMkLst>
        </pc:picChg>
      </pc:sldChg>
      <pc:sldChg chg="delSp modSp add replId">
        <pc:chgData name="Mai-sophie Meng" userId="S::mm1207@duke.edu::2cbbaee7-b319-406a-9c70-46e19985abe0" providerId="AD" clId="Web-{593AFBC2-3321-EF0A-E4B6-37CECA14FCA8}" dt="2025-10-10T16:07:51.099" v="92"/>
        <pc:sldMkLst>
          <pc:docMk/>
          <pc:sldMk cId="3178664581" sldId="261"/>
        </pc:sldMkLst>
        <pc:spChg chg="mod">
          <ac:chgData name="Mai-sophie Meng" userId="S::mm1207@duke.edu::2cbbaee7-b319-406a-9c70-46e19985abe0" providerId="AD" clId="Web-{593AFBC2-3321-EF0A-E4B6-37CECA14FCA8}" dt="2025-10-10T16:06:53.928" v="87" actId="20577"/>
          <ac:spMkLst>
            <pc:docMk/>
            <pc:sldMk cId="3178664581" sldId="261"/>
            <ac:spMk id="8" creationId="{06FE549E-3C81-F5A0-2CE0-5F80708CD16E}"/>
          </ac:spMkLst>
        </pc:spChg>
        <pc:picChg chg="mod">
          <ac:chgData name="Mai-sophie Meng" userId="S::mm1207@duke.edu::2cbbaee7-b319-406a-9c70-46e19985abe0" providerId="AD" clId="Web-{593AFBC2-3321-EF0A-E4B6-37CECA14FCA8}" dt="2025-10-10T16:07:05.053" v="88"/>
          <ac:picMkLst>
            <pc:docMk/>
            <pc:sldMk cId="3178664581" sldId="261"/>
            <ac:picMk id="4" creationId="{928B7012-7554-87F0-F9FB-401B5A40D6E5}"/>
          </ac:picMkLst>
        </pc:picChg>
        <pc:picChg chg="mod">
          <ac:chgData name="Mai-sophie Meng" userId="S::mm1207@duke.edu::2cbbaee7-b319-406a-9c70-46e19985abe0" providerId="AD" clId="Web-{593AFBC2-3321-EF0A-E4B6-37CECA14FCA8}" dt="2025-10-10T16:07:29.818" v="90" actId="688"/>
          <ac:picMkLst>
            <pc:docMk/>
            <pc:sldMk cId="3178664581" sldId="261"/>
            <ac:picMk id="5" creationId="{C8716DE0-F3A1-08C8-6994-18F9C5E8C882}"/>
          </ac:picMkLst>
        </pc:picChg>
        <pc:picChg chg="del">
          <ac:chgData name="Mai-sophie Meng" userId="S::mm1207@duke.edu::2cbbaee7-b319-406a-9c70-46e19985abe0" providerId="AD" clId="Web-{593AFBC2-3321-EF0A-E4B6-37CECA14FCA8}" dt="2025-10-10T16:07:40.818" v="91"/>
          <ac:picMkLst>
            <pc:docMk/>
            <pc:sldMk cId="3178664581" sldId="261"/>
            <ac:picMk id="6" creationId="{89D792E2-C075-6BFE-2F0B-3F86B6FCAF99}"/>
          </ac:picMkLst>
        </pc:picChg>
        <pc:picChg chg="mod">
          <ac:chgData name="Mai-sophie Meng" userId="S::mm1207@duke.edu::2cbbaee7-b319-406a-9c70-46e19985abe0" providerId="AD" clId="Web-{593AFBC2-3321-EF0A-E4B6-37CECA14FCA8}" dt="2025-10-10T16:07:51.099" v="92"/>
          <ac:picMkLst>
            <pc:docMk/>
            <pc:sldMk cId="3178664581" sldId="261"/>
            <ac:picMk id="7" creationId="{D723E88C-60EF-1B93-2250-15DEB8DF6097}"/>
          </ac:picMkLst>
        </pc:picChg>
      </pc:sldChg>
      <pc:sldChg chg="modSp add replId">
        <pc:chgData name="Mai-sophie Meng" userId="S::mm1207@duke.edu::2cbbaee7-b319-406a-9c70-46e19985abe0" providerId="AD" clId="Web-{593AFBC2-3321-EF0A-E4B6-37CECA14FCA8}" dt="2025-10-10T16:10:11.365" v="101"/>
        <pc:sldMkLst>
          <pc:docMk/>
          <pc:sldMk cId="2233379474" sldId="262"/>
        </pc:sldMkLst>
        <pc:spChg chg="mod">
          <ac:chgData name="Mai-sophie Meng" userId="S::mm1207@duke.edu::2cbbaee7-b319-406a-9c70-46e19985abe0" providerId="AD" clId="Web-{593AFBC2-3321-EF0A-E4B6-37CECA14FCA8}" dt="2025-10-10T16:09:22.505" v="97" actId="20577"/>
          <ac:spMkLst>
            <pc:docMk/>
            <pc:sldMk cId="2233379474" sldId="262"/>
            <ac:spMk id="8" creationId="{6CD22633-1263-7EC5-5B9F-6DEB963114FD}"/>
          </ac:spMkLst>
        </pc:spChg>
        <pc:picChg chg="mod">
          <ac:chgData name="Mai-sophie Meng" userId="S::mm1207@duke.edu::2cbbaee7-b319-406a-9c70-46e19985abe0" providerId="AD" clId="Web-{593AFBC2-3321-EF0A-E4B6-37CECA14FCA8}" dt="2025-10-10T16:09:35.755" v="98"/>
          <ac:picMkLst>
            <pc:docMk/>
            <pc:sldMk cId="2233379474" sldId="262"/>
            <ac:picMk id="4" creationId="{D0EF741C-A72D-3BFC-B560-F89016C58FFC}"/>
          </ac:picMkLst>
        </pc:picChg>
        <pc:picChg chg="mod">
          <ac:chgData name="Mai-sophie Meng" userId="S::mm1207@duke.edu::2cbbaee7-b319-406a-9c70-46e19985abe0" providerId="AD" clId="Web-{593AFBC2-3321-EF0A-E4B6-37CECA14FCA8}" dt="2025-10-10T16:09:46.443" v="99"/>
          <ac:picMkLst>
            <pc:docMk/>
            <pc:sldMk cId="2233379474" sldId="262"/>
            <ac:picMk id="5" creationId="{BF3CC4E7-6197-00A5-33A5-C358496BB005}"/>
          </ac:picMkLst>
        </pc:picChg>
        <pc:picChg chg="mod">
          <ac:chgData name="Mai-sophie Meng" userId="S::mm1207@duke.edu::2cbbaee7-b319-406a-9c70-46e19985abe0" providerId="AD" clId="Web-{593AFBC2-3321-EF0A-E4B6-37CECA14FCA8}" dt="2025-10-10T16:09:56.349" v="100"/>
          <ac:picMkLst>
            <pc:docMk/>
            <pc:sldMk cId="2233379474" sldId="262"/>
            <ac:picMk id="6" creationId="{1EA24CDA-9E0B-0B3A-DB3B-5C632E9C852C}"/>
          </ac:picMkLst>
        </pc:picChg>
        <pc:picChg chg="mod">
          <ac:chgData name="Mai-sophie Meng" userId="S::mm1207@duke.edu::2cbbaee7-b319-406a-9c70-46e19985abe0" providerId="AD" clId="Web-{593AFBC2-3321-EF0A-E4B6-37CECA14FCA8}" dt="2025-10-10T16:10:11.365" v="101"/>
          <ac:picMkLst>
            <pc:docMk/>
            <pc:sldMk cId="2233379474" sldId="262"/>
            <ac:picMk id="7" creationId="{031A8D5E-F3FF-341F-BE9A-DEFBFEBE3C05}"/>
          </ac:picMkLst>
        </pc:picChg>
      </pc:sldChg>
      <pc:sldChg chg="delSp modSp add replId">
        <pc:chgData name="Mai-sophie Meng" userId="S::mm1207@duke.edu::2cbbaee7-b319-406a-9c70-46e19985abe0" providerId="AD" clId="Web-{593AFBC2-3321-EF0A-E4B6-37CECA14FCA8}" dt="2025-10-10T16:11:27.427" v="114" actId="1076"/>
        <pc:sldMkLst>
          <pc:docMk/>
          <pc:sldMk cId="872590721" sldId="263"/>
        </pc:sldMkLst>
        <pc:spChg chg="mod">
          <ac:chgData name="Mai-sophie Meng" userId="S::mm1207@duke.edu::2cbbaee7-b319-406a-9c70-46e19985abe0" providerId="AD" clId="Web-{593AFBC2-3321-EF0A-E4B6-37CECA14FCA8}" dt="2025-10-10T16:11:27.427" v="114" actId="1076"/>
          <ac:spMkLst>
            <pc:docMk/>
            <pc:sldMk cId="872590721" sldId="263"/>
            <ac:spMk id="8" creationId="{E735897A-9F20-D368-6084-9BBF0E51ACDA}"/>
          </ac:spMkLst>
        </pc:spChg>
        <pc:picChg chg="mod">
          <ac:chgData name="Mai-sophie Meng" userId="S::mm1207@duke.edu::2cbbaee7-b319-406a-9c70-46e19985abe0" providerId="AD" clId="Web-{593AFBC2-3321-EF0A-E4B6-37CECA14FCA8}" dt="2025-10-10T16:11:14.583" v="111" actId="1076"/>
          <ac:picMkLst>
            <pc:docMk/>
            <pc:sldMk cId="872590721" sldId="263"/>
            <ac:picMk id="4" creationId="{705135E4-1788-FC4A-328D-903F33DDD51B}"/>
          </ac:picMkLst>
        </pc:picChg>
        <pc:picChg chg="mod">
          <ac:chgData name="Mai-sophie Meng" userId="S::mm1207@duke.edu::2cbbaee7-b319-406a-9c70-46e19985abe0" providerId="AD" clId="Web-{593AFBC2-3321-EF0A-E4B6-37CECA14FCA8}" dt="2025-10-10T16:11:20.239" v="113" actId="1076"/>
          <ac:picMkLst>
            <pc:docMk/>
            <pc:sldMk cId="872590721" sldId="263"/>
            <ac:picMk id="5" creationId="{FFBC8A9B-E6F0-14F6-3FEF-76FBB3109F30}"/>
          </ac:picMkLst>
        </pc:picChg>
        <pc:picChg chg="del">
          <ac:chgData name="Mai-sophie Meng" userId="S::mm1207@duke.edu::2cbbaee7-b319-406a-9c70-46e19985abe0" providerId="AD" clId="Web-{593AFBC2-3321-EF0A-E4B6-37CECA14FCA8}" dt="2025-10-10T16:11:09.068" v="109"/>
          <ac:picMkLst>
            <pc:docMk/>
            <pc:sldMk cId="872590721" sldId="263"/>
            <ac:picMk id="6" creationId="{B5412C1D-16DC-2B9F-66CF-CB4EA438F82A}"/>
          </ac:picMkLst>
        </pc:picChg>
        <pc:picChg chg="del">
          <ac:chgData name="Mai-sophie Meng" userId="S::mm1207@duke.edu::2cbbaee7-b319-406a-9c70-46e19985abe0" providerId="AD" clId="Web-{593AFBC2-3321-EF0A-E4B6-37CECA14FCA8}" dt="2025-10-10T16:11:07.661" v="108"/>
          <ac:picMkLst>
            <pc:docMk/>
            <pc:sldMk cId="872590721" sldId="263"/>
            <ac:picMk id="7" creationId="{DD86CF47-D5E3-6F98-B730-D84B94E61E93}"/>
          </ac:picMkLst>
        </pc:picChg>
      </pc:sldChg>
      <pc:sldChg chg="modSp add replId">
        <pc:chgData name="Mai-sophie Meng" userId="S::mm1207@duke.edu::2cbbaee7-b319-406a-9c70-46e19985abe0" providerId="AD" clId="Web-{593AFBC2-3321-EF0A-E4B6-37CECA14FCA8}" dt="2025-10-10T16:13:16.255" v="122"/>
        <pc:sldMkLst>
          <pc:docMk/>
          <pc:sldMk cId="3667511335" sldId="264"/>
        </pc:sldMkLst>
        <pc:spChg chg="mod">
          <ac:chgData name="Mai-sophie Meng" userId="S::mm1207@duke.edu::2cbbaee7-b319-406a-9c70-46e19985abe0" providerId="AD" clId="Web-{593AFBC2-3321-EF0A-E4B6-37CECA14FCA8}" dt="2025-10-10T16:11:50.833" v="117" actId="20577"/>
          <ac:spMkLst>
            <pc:docMk/>
            <pc:sldMk cId="3667511335" sldId="264"/>
            <ac:spMk id="8" creationId="{306370EE-C510-36C0-196F-58DC41B3CCFE}"/>
          </ac:spMkLst>
        </pc:spChg>
        <pc:picChg chg="mod">
          <ac:chgData name="Mai-sophie Meng" userId="S::mm1207@duke.edu::2cbbaee7-b319-406a-9c70-46e19985abe0" providerId="AD" clId="Web-{593AFBC2-3321-EF0A-E4B6-37CECA14FCA8}" dt="2025-10-10T16:12:17.895" v="118"/>
          <ac:picMkLst>
            <pc:docMk/>
            <pc:sldMk cId="3667511335" sldId="264"/>
            <ac:picMk id="4" creationId="{A54E0A46-856F-7544-94E3-215D2AA5D901}"/>
          </ac:picMkLst>
        </pc:picChg>
        <pc:picChg chg="mod">
          <ac:chgData name="Mai-sophie Meng" userId="S::mm1207@duke.edu::2cbbaee7-b319-406a-9c70-46e19985abe0" providerId="AD" clId="Web-{593AFBC2-3321-EF0A-E4B6-37CECA14FCA8}" dt="2025-10-10T16:12:30.302" v="119"/>
          <ac:picMkLst>
            <pc:docMk/>
            <pc:sldMk cId="3667511335" sldId="264"/>
            <ac:picMk id="5" creationId="{D92F64F9-88AE-B892-A776-047E8D5A8775}"/>
          </ac:picMkLst>
        </pc:picChg>
        <pc:picChg chg="mod">
          <ac:chgData name="Mai-sophie Meng" userId="S::mm1207@duke.edu::2cbbaee7-b319-406a-9c70-46e19985abe0" providerId="AD" clId="Web-{593AFBC2-3321-EF0A-E4B6-37CECA14FCA8}" dt="2025-10-10T16:12:41.224" v="120"/>
          <ac:picMkLst>
            <pc:docMk/>
            <pc:sldMk cId="3667511335" sldId="264"/>
            <ac:picMk id="6" creationId="{C3429F2B-A1AC-3EE0-2645-450E1BFB750F}"/>
          </ac:picMkLst>
        </pc:picChg>
        <pc:picChg chg="mod">
          <ac:chgData name="Mai-sophie Meng" userId="S::mm1207@duke.edu::2cbbaee7-b319-406a-9c70-46e19985abe0" providerId="AD" clId="Web-{593AFBC2-3321-EF0A-E4B6-37CECA14FCA8}" dt="2025-10-10T16:13:16.255" v="122"/>
          <ac:picMkLst>
            <pc:docMk/>
            <pc:sldMk cId="3667511335" sldId="264"/>
            <ac:picMk id="7" creationId="{01E299FD-09AD-347D-65C0-05AEAC5DAD3F}"/>
          </ac:picMkLst>
        </pc:picChg>
      </pc:sldChg>
      <pc:sldChg chg="modSp add replId">
        <pc:chgData name="Mai-sophie Meng" userId="S::mm1207@duke.edu::2cbbaee7-b319-406a-9c70-46e19985abe0" providerId="AD" clId="Web-{593AFBC2-3321-EF0A-E4B6-37CECA14FCA8}" dt="2025-10-10T16:15:22.551" v="130" actId="688"/>
        <pc:sldMkLst>
          <pc:docMk/>
          <pc:sldMk cId="1119384970" sldId="265"/>
        </pc:sldMkLst>
        <pc:spChg chg="mod">
          <ac:chgData name="Mai-sophie Meng" userId="S::mm1207@duke.edu::2cbbaee7-b319-406a-9c70-46e19985abe0" providerId="AD" clId="Web-{593AFBC2-3321-EF0A-E4B6-37CECA14FCA8}" dt="2025-10-10T16:13:49.817" v="125" actId="20577"/>
          <ac:spMkLst>
            <pc:docMk/>
            <pc:sldMk cId="1119384970" sldId="265"/>
            <ac:spMk id="8" creationId="{10D11D31-956F-33A8-DA75-29BC865BDA27}"/>
          </ac:spMkLst>
        </pc:spChg>
        <pc:picChg chg="mod">
          <ac:chgData name="Mai-sophie Meng" userId="S::mm1207@duke.edu::2cbbaee7-b319-406a-9c70-46e19985abe0" providerId="AD" clId="Web-{593AFBC2-3321-EF0A-E4B6-37CECA14FCA8}" dt="2025-10-10T16:13:46.598" v="124"/>
          <ac:picMkLst>
            <pc:docMk/>
            <pc:sldMk cId="1119384970" sldId="265"/>
            <ac:picMk id="4" creationId="{B54BE4D6-382C-65C3-185F-B72CC700CFD4}"/>
          </ac:picMkLst>
        </pc:picChg>
        <pc:picChg chg="mod">
          <ac:chgData name="Mai-sophie Meng" userId="S::mm1207@duke.edu::2cbbaee7-b319-406a-9c70-46e19985abe0" providerId="AD" clId="Web-{593AFBC2-3321-EF0A-E4B6-37CECA14FCA8}" dt="2025-10-10T16:14:15.161" v="126"/>
          <ac:picMkLst>
            <pc:docMk/>
            <pc:sldMk cId="1119384970" sldId="265"/>
            <ac:picMk id="5" creationId="{60E685BA-5962-84D2-065D-7AA38A0CCD03}"/>
          </ac:picMkLst>
        </pc:picChg>
        <pc:picChg chg="mod">
          <ac:chgData name="Mai-sophie Meng" userId="S::mm1207@duke.edu::2cbbaee7-b319-406a-9c70-46e19985abe0" providerId="AD" clId="Web-{593AFBC2-3321-EF0A-E4B6-37CECA14FCA8}" dt="2025-10-10T16:14:56.473" v="128"/>
          <ac:picMkLst>
            <pc:docMk/>
            <pc:sldMk cId="1119384970" sldId="265"/>
            <ac:picMk id="6" creationId="{5B70F725-6DED-4139-BA44-EDC33573388F}"/>
          </ac:picMkLst>
        </pc:picChg>
        <pc:picChg chg="mod">
          <ac:chgData name="Mai-sophie Meng" userId="S::mm1207@duke.edu::2cbbaee7-b319-406a-9c70-46e19985abe0" providerId="AD" clId="Web-{593AFBC2-3321-EF0A-E4B6-37CECA14FCA8}" dt="2025-10-10T16:15:22.551" v="130" actId="688"/>
          <ac:picMkLst>
            <pc:docMk/>
            <pc:sldMk cId="1119384970" sldId="265"/>
            <ac:picMk id="7" creationId="{83BC2B9B-6418-AD60-D19B-2949EB6E7DD5}"/>
          </ac:picMkLst>
        </pc:picChg>
      </pc:sldChg>
      <pc:sldChg chg="modSp add replId">
        <pc:chgData name="Mai-sophie Meng" userId="S::mm1207@duke.edu::2cbbaee7-b319-406a-9c70-46e19985abe0" providerId="AD" clId="Web-{593AFBC2-3321-EF0A-E4B6-37CECA14FCA8}" dt="2025-10-10T16:20:58.206" v="138"/>
        <pc:sldMkLst>
          <pc:docMk/>
          <pc:sldMk cId="703084860" sldId="266"/>
        </pc:sldMkLst>
        <pc:spChg chg="mod">
          <ac:chgData name="Mai-sophie Meng" userId="S::mm1207@duke.edu::2cbbaee7-b319-406a-9c70-46e19985abe0" providerId="AD" clId="Web-{593AFBC2-3321-EF0A-E4B6-37CECA14FCA8}" dt="2025-10-10T16:15:56.130" v="133" actId="20577"/>
          <ac:spMkLst>
            <pc:docMk/>
            <pc:sldMk cId="703084860" sldId="266"/>
            <ac:spMk id="8" creationId="{801A930E-6535-BEB7-DC36-4873D15285EA}"/>
          </ac:spMkLst>
        </pc:spChg>
        <pc:picChg chg="mod">
          <ac:chgData name="Mai-sophie Meng" userId="S::mm1207@duke.edu::2cbbaee7-b319-406a-9c70-46e19985abe0" providerId="AD" clId="Web-{593AFBC2-3321-EF0A-E4B6-37CECA14FCA8}" dt="2025-10-10T16:19:56.284" v="134"/>
          <ac:picMkLst>
            <pc:docMk/>
            <pc:sldMk cId="703084860" sldId="266"/>
            <ac:picMk id="4" creationId="{922EB76D-3FBD-37C2-EA58-859FB1785DAB}"/>
          </ac:picMkLst>
        </pc:picChg>
        <pc:picChg chg="mod">
          <ac:chgData name="Mai-sophie Meng" userId="S::mm1207@duke.edu::2cbbaee7-b319-406a-9c70-46e19985abe0" providerId="AD" clId="Web-{593AFBC2-3321-EF0A-E4B6-37CECA14FCA8}" dt="2025-10-10T16:20:23.831" v="136"/>
          <ac:picMkLst>
            <pc:docMk/>
            <pc:sldMk cId="703084860" sldId="266"/>
            <ac:picMk id="5" creationId="{7727EA0A-3660-AAFC-7C0F-F81524DC38F5}"/>
          </ac:picMkLst>
        </pc:picChg>
        <pc:picChg chg="mod">
          <ac:chgData name="Mai-sophie Meng" userId="S::mm1207@duke.edu::2cbbaee7-b319-406a-9c70-46e19985abe0" providerId="AD" clId="Web-{593AFBC2-3321-EF0A-E4B6-37CECA14FCA8}" dt="2025-10-10T16:20:39.940" v="137"/>
          <ac:picMkLst>
            <pc:docMk/>
            <pc:sldMk cId="703084860" sldId="266"/>
            <ac:picMk id="6" creationId="{577A9B80-A656-F6D1-401E-FDD16C4CFEE0}"/>
          </ac:picMkLst>
        </pc:picChg>
        <pc:picChg chg="mod">
          <ac:chgData name="Mai-sophie Meng" userId="S::mm1207@duke.edu::2cbbaee7-b319-406a-9c70-46e19985abe0" providerId="AD" clId="Web-{593AFBC2-3321-EF0A-E4B6-37CECA14FCA8}" dt="2025-10-10T16:20:58.206" v="138"/>
          <ac:picMkLst>
            <pc:docMk/>
            <pc:sldMk cId="703084860" sldId="266"/>
            <ac:picMk id="7" creationId="{0395EBD9-6C4F-59FD-3BA6-9D5A87A3CF6F}"/>
          </ac:picMkLst>
        </pc:picChg>
      </pc:sldChg>
      <pc:sldChg chg="delSp modSp add replId">
        <pc:chgData name="Mai-sophie Meng" userId="S::mm1207@duke.edu::2cbbaee7-b319-406a-9c70-46e19985abe0" providerId="AD" clId="Web-{593AFBC2-3321-EF0A-E4B6-37CECA14FCA8}" dt="2025-10-10T16:22:25.393" v="146" actId="688"/>
        <pc:sldMkLst>
          <pc:docMk/>
          <pc:sldMk cId="2513735613" sldId="267"/>
        </pc:sldMkLst>
        <pc:spChg chg="mod">
          <ac:chgData name="Mai-sophie Meng" userId="S::mm1207@duke.edu::2cbbaee7-b319-406a-9c70-46e19985abe0" providerId="AD" clId="Web-{593AFBC2-3321-EF0A-E4B6-37CECA14FCA8}" dt="2025-10-10T16:21:31.643" v="141" actId="20577"/>
          <ac:spMkLst>
            <pc:docMk/>
            <pc:sldMk cId="2513735613" sldId="267"/>
            <ac:spMk id="8" creationId="{ECE75C3B-3D04-D4B3-D3DE-CA6C89486261}"/>
          </ac:spMkLst>
        </pc:spChg>
        <pc:picChg chg="mod">
          <ac:chgData name="Mai-sophie Meng" userId="S::mm1207@duke.edu::2cbbaee7-b319-406a-9c70-46e19985abe0" providerId="AD" clId="Web-{593AFBC2-3321-EF0A-E4B6-37CECA14FCA8}" dt="2025-10-10T16:21:45.346" v="143"/>
          <ac:picMkLst>
            <pc:docMk/>
            <pc:sldMk cId="2513735613" sldId="267"/>
            <ac:picMk id="4" creationId="{FC384254-0427-DC15-E488-AD088DF9FC9C}"/>
          </ac:picMkLst>
        </pc:picChg>
        <pc:picChg chg="mod">
          <ac:chgData name="Mai-sophie Meng" userId="S::mm1207@duke.edu::2cbbaee7-b319-406a-9c70-46e19985abe0" providerId="AD" clId="Web-{593AFBC2-3321-EF0A-E4B6-37CECA14FCA8}" dt="2025-10-10T16:22:01.237" v="144"/>
          <ac:picMkLst>
            <pc:docMk/>
            <pc:sldMk cId="2513735613" sldId="267"/>
            <ac:picMk id="5" creationId="{C50D971A-3DED-511F-177E-4B82653797B5}"/>
          </ac:picMkLst>
        </pc:picChg>
        <pc:picChg chg="del">
          <ac:chgData name="Mai-sophie Meng" userId="S::mm1207@duke.edu::2cbbaee7-b319-406a-9c70-46e19985abe0" providerId="AD" clId="Web-{593AFBC2-3321-EF0A-E4B6-37CECA14FCA8}" dt="2025-10-10T16:21:33.237" v="142"/>
          <ac:picMkLst>
            <pc:docMk/>
            <pc:sldMk cId="2513735613" sldId="267"/>
            <ac:picMk id="6" creationId="{E89F6395-E556-9CC7-5985-87737680BD82}"/>
          </ac:picMkLst>
        </pc:picChg>
        <pc:picChg chg="mod">
          <ac:chgData name="Mai-sophie Meng" userId="S::mm1207@duke.edu::2cbbaee7-b319-406a-9c70-46e19985abe0" providerId="AD" clId="Web-{593AFBC2-3321-EF0A-E4B6-37CECA14FCA8}" dt="2025-10-10T16:22:25.393" v="146" actId="688"/>
          <ac:picMkLst>
            <pc:docMk/>
            <pc:sldMk cId="2513735613" sldId="267"/>
            <ac:picMk id="7" creationId="{9F60AD3F-557A-E877-0704-A81269C1B606}"/>
          </ac:picMkLst>
        </pc:picChg>
      </pc:sldChg>
      <pc:sldChg chg="modSp add replId">
        <pc:chgData name="Mai-sophie Meng" userId="S::mm1207@duke.edu::2cbbaee7-b319-406a-9c70-46e19985abe0" providerId="AD" clId="Web-{593AFBC2-3321-EF0A-E4B6-37CECA14FCA8}" dt="2025-10-10T16:35:57.531" v="153"/>
        <pc:sldMkLst>
          <pc:docMk/>
          <pc:sldMk cId="2043137161" sldId="268"/>
        </pc:sldMkLst>
        <pc:spChg chg="mod">
          <ac:chgData name="Mai-sophie Meng" userId="S::mm1207@duke.edu::2cbbaee7-b319-406a-9c70-46e19985abe0" providerId="AD" clId="Web-{593AFBC2-3321-EF0A-E4B6-37CECA14FCA8}" dt="2025-10-10T16:34:33.657" v="148" actId="20577"/>
          <ac:spMkLst>
            <pc:docMk/>
            <pc:sldMk cId="2043137161" sldId="268"/>
            <ac:spMk id="8" creationId="{CD2D8C6C-947A-35D8-12E9-41CD09A6B9A3}"/>
          </ac:spMkLst>
        </pc:spChg>
        <pc:picChg chg="mod">
          <ac:chgData name="Mai-sophie Meng" userId="S::mm1207@duke.edu::2cbbaee7-b319-406a-9c70-46e19985abe0" providerId="AD" clId="Web-{593AFBC2-3321-EF0A-E4B6-37CECA14FCA8}" dt="2025-10-10T16:34:54.235" v="149"/>
          <ac:picMkLst>
            <pc:docMk/>
            <pc:sldMk cId="2043137161" sldId="268"/>
            <ac:picMk id="4" creationId="{7131E65A-C4AE-A0FC-F310-EE79A4544B64}"/>
          </ac:picMkLst>
        </pc:picChg>
        <pc:picChg chg="mod">
          <ac:chgData name="Mai-sophie Meng" userId="S::mm1207@duke.edu::2cbbaee7-b319-406a-9c70-46e19985abe0" providerId="AD" clId="Web-{593AFBC2-3321-EF0A-E4B6-37CECA14FCA8}" dt="2025-10-10T16:35:31.891" v="151" actId="688"/>
          <ac:picMkLst>
            <pc:docMk/>
            <pc:sldMk cId="2043137161" sldId="268"/>
            <ac:picMk id="5" creationId="{90F912AC-7545-5323-AB20-7437157C2370}"/>
          </ac:picMkLst>
        </pc:picChg>
        <pc:picChg chg="mod">
          <ac:chgData name="Mai-sophie Meng" userId="S::mm1207@duke.edu::2cbbaee7-b319-406a-9c70-46e19985abe0" providerId="AD" clId="Web-{593AFBC2-3321-EF0A-E4B6-37CECA14FCA8}" dt="2025-10-10T16:35:45.047" v="152"/>
          <ac:picMkLst>
            <pc:docMk/>
            <pc:sldMk cId="2043137161" sldId="268"/>
            <ac:picMk id="6" creationId="{836E1047-3BEA-9BB8-9F1B-5EEBB486B444}"/>
          </ac:picMkLst>
        </pc:picChg>
        <pc:picChg chg="mod">
          <ac:chgData name="Mai-sophie Meng" userId="S::mm1207@duke.edu::2cbbaee7-b319-406a-9c70-46e19985abe0" providerId="AD" clId="Web-{593AFBC2-3321-EF0A-E4B6-37CECA14FCA8}" dt="2025-10-10T16:35:57.531" v="153"/>
          <ac:picMkLst>
            <pc:docMk/>
            <pc:sldMk cId="2043137161" sldId="268"/>
            <ac:picMk id="7" creationId="{96D95918-BEF0-45D3-511B-3A55F8297F2F}"/>
          </ac:picMkLst>
        </pc:picChg>
      </pc:sldChg>
      <pc:sldChg chg="modSp add replId">
        <pc:chgData name="Mai-sophie Meng" userId="S::mm1207@duke.edu::2cbbaee7-b319-406a-9c70-46e19985abe0" providerId="AD" clId="Web-{593AFBC2-3321-EF0A-E4B6-37CECA14FCA8}" dt="2025-10-10T16:39:35.483" v="161" actId="688"/>
        <pc:sldMkLst>
          <pc:docMk/>
          <pc:sldMk cId="1005244372" sldId="269"/>
        </pc:sldMkLst>
        <pc:spChg chg="mod">
          <ac:chgData name="Mai-sophie Meng" userId="S::mm1207@duke.edu::2cbbaee7-b319-406a-9c70-46e19985abe0" providerId="AD" clId="Web-{593AFBC2-3321-EF0A-E4B6-37CECA14FCA8}" dt="2025-10-10T16:37:54.155" v="155" actId="20577"/>
          <ac:spMkLst>
            <pc:docMk/>
            <pc:sldMk cId="1005244372" sldId="269"/>
            <ac:spMk id="8" creationId="{6B78DBEF-48B9-B1E5-C2F7-E3C73719F311}"/>
          </ac:spMkLst>
        </pc:spChg>
        <pc:picChg chg="mod">
          <ac:chgData name="Mai-sophie Meng" userId="S::mm1207@duke.edu::2cbbaee7-b319-406a-9c70-46e19985abe0" providerId="AD" clId="Web-{593AFBC2-3321-EF0A-E4B6-37CECA14FCA8}" dt="2025-10-10T16:38:24.249" v="156"/>
          <ac:picMkLst>
            <pc:docMk/>
            <pc:sldMk cId="1005244372" sldId="269"/>
            <ac:picMk id="4" creationId="{2C97E901-FCA1-7E25-0429-65FE70CB65F7}"/>
          </ac:picMkLst>
        </pc:picChg>
        <pc:picChg chg="mod">
          <ac:chgData name="Mai-sophie Meng" userId="S::mm1207@duke.edu::2cbbaee7-b319-406a-9c70-46e19985abe0" providerId="AD" clId="Web-{593AFBC2-3321-EF0A-E4B6-37CECA14FCA8}" dt="2025-10-10T16:38:45.217" v="158" actId="688"/>
          <ac:picMkLst>
            <pc:docMk/>
            <pc:sldMk cId="1005244372" sldId="269"/>
            <ac:picMk id="5" creationId="{6D301E50-64DE-0F49-A4C2-0F36D628A80D}"/>
          </ac:picMkLst>
        </pc:picChg>
        <pc:picChg chg="mod">
          <ac:chgData name="Mai-sophie Meng" userId="S::mm1207@duke.edu::2cbbaee7-b319-406a-9c70-46e19985abe0" providerId="AD" clId="Web-{593AFBC2-3321-EF0A-E4B6-37CECA14FCA8}" dt="2025-10-10T16:38:59.264" v="159"/>
          <ac:picMkLst>
            <pc:docMk/>
            <pc:sldMk cId="1005244372" sldId="269"/>
            <ac:picMk id="6" creationId="{FD185BA5-E23B-06E7-B0A0-AD5AA29AFE42}"/>
          </ac:picMkLst>
        </pc:picChg>
        <pc:picChg chg="mod">
          <ac:chgData name="Mai-sophie Meng" userId="S::mm1207@duke.edu::2cbbaee7-b319-406a-9c70-46e19985abe0" providerId="AD" clId="Web-{593AFBC2-3321-EF0A-E4B6-37CECA14FCA8}" dt="2025-10-10T16:39:35.483" v="161" actId="688"/>
          <ac:picMkLst>
            <pc:docMk/>
            <pc:sldMk cId="1005244372" sldId="269"/>
            <ac:picMk id="7" creationId="{777F4C0A-C9CC-D980-79DD-DD4F82E8605C}"/>
          </ac:picMkLst>
        </pc:picChg>
      </pc:sldChg>
      <pc:sldChg chg="modSp add replId">
        <pc:chgData name="Mai-sophie Meng" userId="S::mm1207@duke.edu::2cbbaee7-b319-406a-9c70-46e19985abe0" providerId="AD" clId="Web-{593AFBC2-3321-EF0A-E4B6-37CECA14FCA8}" dt="2025-10-10T16:45:11.982" v="181" actId="1076"/>
        <pc:sldMkLst>
          <pc:docMk/>
          <pc:sldMk cId="773348626" sldId="270"/>
        </pc:sldMkLst>
        <pc:spChg chg="mod">
          <ac:chgData name="Mai-sophie Meng" userId="S::mm1207@duke.edu::2cbbaee7-b319-406a-9c70-46e19985abe0" providerId="AD" clId="Web-{593AFBC2-3321-EF0A-E4B6-37CECA14FCA8}" dt="2025-10-10T16:43:18.076" v="163" actId="20577"/>
          <ac:spMkLst>
            <pc:docMk/>
            <pc:sldMk cId="773348626" sldId="270"/>
            <ac:spMk id="8" creationId="{E42016F9-F4E5-ED5B-0E20-8E8407C03E93}"/>
          </ac:spMkLst>
        </pc:spChg>
        <pc:picChg chg="mod">
          <ac:chgData name="Mai-sophie Meng" userId="S::mm1207@duke.edu::2cbbaee7-b319-406a-9c70-46e19985abe0" providerId="AD" clId="Web-{593AFBC2-3321-EF0A-E4B6-37CECA14FCA8}" dt="2025-10-10T16:44:06.607" v="171" actId="1076"/>
          <ac:picMkLst>
            <pc:docMk/>
            <pc:sldMk cId="773348626" sldId="270"/>
            <ac:picMk id="4" creationId="{DF351BC5-1480-1E87-F366-0C07FF67FAE0}"/>
          </ac:picMkLst>
        </pc:picChg>
        <pc:picChg chg="mod ord">
          <ac:chgData name="Mai-sophie Meng" userId="S::mm1207@duke.edu::2cbbaee7-b319-406a-9c70-46e19985abe0" providerId="AD" clId="Web-{593AFBC2-3321-EF0A-E4B6-37CECA14FCA8}" dt="2025-10-10T16:44:13.419" v="173"/>
          <ac:picMkLst>
            <pc:docMk/>
            <pc:sldMk cId="773348626" sldId="270"/>
            <ac:picMk id="5" creationId="{439375CE-9EAA-ADD0-FE0E-678F27E8DC45}"/>
          </ac:picMkLst>
        </pc:picChg>
        <pc:picChg chg="mod">
          <ac:chgData name="Mai-sophie Meng" userId="S::mm1207@duke.edu::2cbbaee7-b319-406a-9c70-46e19985abe0" providerId="AD" clId="Web-{593AFBC2-3321-EF0A-E4B6-37CECA14FCA8}" dt="2025-10-10T16:44:42.075" v="177" actId="14100"/>
          <ac:picMkLst>
            <pc:docMk/>
            <pc:sldMk cId="773348626" sldId="270"/>
            <ac:picMk id="6" creationId="{2F54CF09-EFC0-5F86-165C-E2702B444C5F}"/>
          </ac:picMkLst>
        </pc:picChg>
        <pc:picChg chg="mod ord">
          <ac:chgData name="Mai-sophie Meng" userId="S::mm1207@duke.edu::2cbbaee7-b319-406a-9c70-46e19985abe0" providerId="AD" clId="Web-{593AFBC2-3321-EF0A-E4B6-37CECA14FCA8}" dt="2025-10-10T16:45:11.982" v="181" actId="1076"/>
          <ac:picMkLst>
            <pc:docMk/>
            <pc:sldMk cId="773348626" sldId="270"/>
            <ac:picMk id="7" creationId="{D18F8D7D-C04E-CEE8-DBC7-0A5BD5BAE113}"/>
          </ac:picMkLst>
        </pc:picChg>
      </pc:sldChg>
      <pc:sldChg chg="modSp add replId">
        <pc:chgData name="Mai-sophie Meng" userId="S::mm1207@duke.edu::2cbbaee7-b319-406a-9c70-46e19985abe0" providerId="AD" clId="Web-{593AFBC2-3321-EF0A-E4B6-37CECA14FCA8}" dt="2025-10-10T16:46:18.403" v="187"/>
        <pc:sldMkLst>
          <pc:docMk/>
          <pc:sldMk cId="4220691995" sldId="271"/>
        </pc:sldMkLst>
        <pc:spChg chg="mod">
          <ac:chgData name="Mai-sophie Meng" userId="S::mm1207@duke.edu::2cbbaee7-b319-406a-9c70-46e19985abe0" providerId="AD" clId="Web-{593AFBC2-3321-EF0A-E4B6-37CECA14FCA8}" dt="2025-10-10T16:45:29.778" v="183" actId="20577"/>
          <ac:spMkLst>
            <pc:docMk/>
            <pc:sldMk cId="4220691995" sldId="271"/>
            <ac:spMk id="8" creationId="{67DA87AD-F5F4-42F5-6429-43DFD5838DB1}"/>
          </ac:spMkLst>
        </pc:spChg>
        <pc:picChg chg="mod">
          <ac:chgData name="Mai-sophie Meng" userId="S::mm1207@duke.edu::2cbbaee7-b319-406a-9c70-46e19985abe0" providerId="AD" clId="Web-{593AFBC2-3321-EF0A-E4B6-37CECA14FCA8}" dt="2025-10-10T16:45:42.435" v="184"/>
          <ac:picMkLst>
            <pc:docMk/>
            <pc:sldMk cId="4220691995" sldId="271"/>
            <ac:picMk id="4" creationId="{6C10D152-AD53-987F-CD69-DBE76DA260D9}"/>
          </ac:picMkLst>
        </pc:picChg>
        <pc:picChg chg="mod">
          <ac:chgData name="Mai-sophie Meng" userId="S::mm1207@duke.edu::2cbbaee7-b319-406a-9c70-46e19985abe0" providerId="AD" clId="Web-{593AFBC2-3321-EF0A-E4B6-37CECA14FCA8}" dt="2025-10-10T16:46:00.856" v="185"/>
          <ac:picMkLst>
            <pc:docMk/>
            <pc:sldMk cId="4220691995" sldId="271"/>
            <ac:picMk id="5" creationId="{B0A4C2C2-F1B3-C5E2-93BB-41035D635C0E}"/>
          </ac:picMkLst>
        </pc:picChg>
        <pc:picChg chg="mod">
          <ac:chgData name="Mai-sophie Meng" userId="S::mm1207@duke.edu::2cbbaee7-b319-406a-9c70-46e19985abe0" providerId="AD" clId="Web-{593AFBC2-3321-EF0A-E4B6-37CECA14FCA8}" dt="2025-10-10T16:46:09.669" v="186"/>
          <ac:picMkLst>
            <pc:docMk/>
            <pc:sldMk cId="4220691995" sldId="271"/>
            <ac:picMk id="6" creationId="{C3917C7E-328E-CD06-2F80-8FD2327623D1}"/>
          </ac:picMkLst>
        </pc:picChg>
        <pc:picChg chg="mod">
          <ac:chgData name="Mai-sophie Meng" userId="S::mm1207@duke.edu::2cbbaee7-b319-406a-9c70-46e19985abe0" providerId="AD" clId="Web-{593AFBC2-3321-EF0A-E4B6-37CECA14FCA8}" dt="2025-10-10T16:46:18.403" v="187"/>
          <ac:picMkLst>
            <pc:docMk/>
            <pc:sldMk cId="4220691995" sldId="271"/>
            <ac:picMk id="7" creationId="{AE47D64F-449B-2F23-1B81-2E50F2CFEDE3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69219CE-DA6E-3CC3-501D-CCCF7DE7E4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8741" y="3394363"/>
            <a:ext cx="3443844" cy="3424053"/>
          </a:xfrm>
          <a:prstGeom prst="rect">
            <a:avLst/>
          </a:prstGeom>
        </p:spPr>
      </p:pic>
      <p:pic>
        <p:nvPicPr>
          <p:cNvPr id="5" name="Picture 4" descr="A white square with black text&#10;&#10;AI-generated content may be incorrect.">
            <a:extLst>
              <a:ext uri="{FF2B5EF4-FFF2-40B4-BE49-F238E27FC236}">
                <a16:creationId xmlns:a16="http://schemas.microsoft.com/office/drawing/2014/main" id="{6C5EE013-BC2A-D43E-2B3D-1BE253C748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5400000">
            <a:off x="4965370" y="3436423"/>
            <a:ext cx="3453740" cy="3443844"/>
          </a:xfrm>
          <a:prstGeom prst="rect">
            <a:avLst/>
          </a:prstGeom>
        </p:spPr>
      </p:pic>
      <p:pic>
        <p:nvPicPr>
          <p:cNvPr id="6" name="Picture 5" descr="A white square with black text&#10;&#10;AI-generated content may be incorrect.">
            <a:extLst>
              <a:ext uri="{FF2B5EF4-FFF2-40B4-BE49-F238E27FC236}">
                <a16:creationId xmlns:a16="http://schemas.microsoft.com/office/drawing/2014/main" id="{4B19D23C-A985-EC56-FAD7-35D96CE7FE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4987637" y="4947"/>
            <a:ext cx="3433949" cy="3433950"/>
          </a:xfrm>
          <a:prstGeom prst="rect">
            <a:avLst/>
          </a:prstGeom>
        </p:spPr>
      </p:pic>
      <p:pic>
        <p:nvPicPr>
          <p:cNvPr id="7" name="Picture 6" descr="A white square with black text&#10;&#10;AI-generated content may be incorrect.">
            <a:extLst>
              <a:ext uri="{FF2B5EF4-FFF2-40B4-BE49-F238E27FC236}">
                <a16:creationId xmlns:a16="http://schemas.microsoft.com/office/drawing/2014/main" id="{224ADA19-1AF2-1D9B-7A1C-29C374320F2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1595747" y="27215"/>
            <a:ext cx="3394364" cy="339436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6CA3DE6-6E99-12E7-098D-E9B93FFC6770}"/>
              </a:ext>
            </a:extLst>
          </p:cNvPr>
          <p:cNvSpPr txBox="1"/>
          <p:nvPr/>
        </p:nvSpPr>
        <p:spPr>
          <a:xfrm>
            <a:off x="8847117" y="1444831"/>
            <a:ext cx="3127168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/>
              <a:t>Site 2 – Block 1 – Plot 1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50C7E8-DB33-BC0C-EB12-91F06A9EEE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graph of a graph&#10;&#10;AI-generated content may be incorrect.">
            <a:extLst>
              <a:ext uri="{FF2B5EF4-FFF2-40B4-BE49-F238E27FC236}">
                <a16:creationId xmlns:a16="http://schemas.microsoft.com/office/drawing/2014/main" id="{355DBF32-FCDF-E514-E94F-246EDCBDBD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8636" y="3394363"/>
            <a:ext cx="3424053" cy="342405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80DE9CB-04D8-8AE2-A4FD-8B580FD678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0214" y="3416631"/>
            <a:ext cx="3443844" cy="3443844"/>
          </a:xfrm>
          <a:prstGeom prst="rect">
            <a:avLst/>
          </a:prstGeom>
        </p:spPr>
      </p:pic>
      <p:pic>
        <p:nvPicPr>
          <p:cNvPr id="6" name="Picture 5" descr="A graph of a quadratic function&#10;&#10;AI-generated content may be incorrect.">
            <a:extLst>
              <a:ext uri="{FF2B5EF4-FFF2-40B4-BE49-F238E27FC236}">
                <a16:creationId xmlns:a16="http://schemas.microsoft.com/office/drawing/2014/main" id="{7DA2F34A-E0B4-DF95-0FB4-F9FFB152CB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4987637" y="4947"/>
            <a:ext cx="3433949" cy="343394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DD772B2-F3B3-0872-33B9-C5E2F03AD8D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0800000">
            <a:off x="1595747" y="-2473"/>
            <a:ext cx="3394364" cy="339436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D381B4D-6FF8-16B5-F1C5-F7EE7BE38375}"/>
              </a:ext>
            </a:extLst>
          </p:cNvPr>
          <p:cNvSpPr txBox="1"/>
          <p:nvPr/>
        </p:nvSpPr>
        <p:spPr>
          <a:xfrm>
            <a:off x="8847117" y="1444831"/>
            <a:ext cx="3127168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/>
              <a:t>Site 2 – Block 1 – Plot 2</a:t>
            </a:r>
          </a:p>
        </p:txBody>
      </p:sp>
    </p:spTree>
    <p:extLst>
      <p:ext uri="{BB962C8B-B14F-4D97-AF65-F5344CB8AC3E}">
        <p14:creationId xmlns:p14="http://schemas.microsoft.com/office/powerpoint/2010/main" val="15740933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3FB2D3-6DAF-97EA-F4DD-E2B740714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33F5D66-D803-3B13-ED79-10944D644F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390" y="1098468"/>
            <a:ext cx="4641273" cy="467096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76CBAE1-FEB0-99C9-9A5A-1CEDC19603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4792188" y="1100943"/>
            <a:ext cx="4670960" cy="467096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F980D44-4DAE-CCDA-919D-7A7D15784AED}"/>
              </a:ext>
            </a:extLst>
          </p:cNvPr>
          <p:cNvSpPr txBox="1"/>
          <p:nvPr/>
        </p:nvSpPr>
        <p:spPr>
          <a:xfrm>
            <a:off x="9203377" y="1514104"/>
            <a:ext cx="3127168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/>
              <a:t>Site 2 – Block 1 – Plot 3</a:t>
            </a:r>
          </a:p>
        </p:txBody>
      </p:sp>
    </p:spTree>
    <p:extLst>
      <p:ext uri="{BB962C8B-B14F-4D97-AF65-F5344CB8AC3E}">
        <p14:creationId xmlns:p14="http://schemas.microsoft.com/office/powerpoint/2010/main" val="1555622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88AFA1-070D-511E-988C-AC465E6C8F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2EB0B14-87BA-C8E4-72A0-CC7582ECE8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8636" y="3394363"/>
            <a:ext cx="3424053" cy="3424053"/>
          </a:xfrm>
          <a:prstGeom prst="rect">
            <a:avLst/>
          </a:prstGeom>
        </p:spPr>
      </p:pic>
      <p:pic>
        <p:nvPicPr>
          <p:cNvPr id="6" name="Picture 5" descr="A white square with black text&#10;&#10;AI-generated content may be incorrect.">
            <a:extLst>
              <a:ext uri="{FF2B5EF4-FFF2-40B4-BE49-F238E27FC236}">
                <a16:creationId xmlns:a16="http://schemas.microsoft.com/office/drawing/2014/main" id="{1786FBB1-237A-1296-FCF8-11A9F14EC1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4987637" y="4947"/>
            <a:ext cx="3433949" cy="3433949"/>
          </a:xfrm>
          <a:prstGeom prst="rect">
            <a:avLst/>
          </a:prstGeom>
        </p:spPr>
      </p:pic>
      <p:pic>
        <p:nvPicPr>
          <p:cNvPr id="7" name="Picture 6" descr="A white square with black text&#10;&#10;AI-generated content may be incorrect.">
            <a:extLst>
              <a:ext uri="{FF2B5EF4-FFF2-40B4-BE49-F238E27FC236}">
                <a16:creationId xmlns:a16="http://schemas.microsoft.com/office/drawing/2014/main" id="{3D8BA302-D847-7029-13AA-E8ACC6EEBF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1595747" y="27215"/>
            <a:ext cx="3394364" cy="339436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F6C6323-4EEC-0486-8162-CFB829A16E04}"/>
              </a:ext>
            </a:extLst>
          </p:cNvPr>
          <p:cNvSpPr txBox="1"/>
          <p:nvPr/>
        </p:nvSpPr>
        <p:spPr>
          <a:xfrm>
            <a:off x="8847117" y="1444831"/>
            <a:ext cx="3127168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/>
              <a:t>Site 2 – Block 1 – Plot 4</a:t>
            </a:r>
          </a:p>
        </p:txBody>
      </p:sp>
    </p:spTree>
    <p:extLst>
      <p:ext uri="{BB962C8B-B14F-4D97-AF65-F5344CB8AC3E}">
        <p14:creationId xmlns:p14="http://schemas.microsoft.com/office/powerpoint/2010/main" val="35106817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4639B2-5898-D561-6F21-AC4BA41441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white square with black letters and numbers&#10;&#10;AI-generated content may be incorrect.">
            <a:extLst>
              <a:ext uri="{FF2B5EF4-FFF2-40B4-BE49-F238E27FC236}">
                <a16:creationId xmlns:a16="http://schemas.microsoft.com/office/drawing/2014/main" id="{7B305A6E-795D-95FA-9050-C443FC8D6A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8636" y="3394363"/>
            <a:ext cx="3424053" cy="342405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47EC733-3212-7B19-2CF6-3F09205EA9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4970318" y="3436423"/>
            <a:ext cx="3443844" cy="344384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0517F0E-2778-E60D-C48B-2C5CA19FA6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4987637" y="4947"/>
            <a:ext cx="3433949" cy="343394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7B9C391-D9F5-53C8-A3F6-A49CB98D15B2}"/>
              </a:ext>
            </a:extLst>
          </p:cNvPr>
          <p:cNvSpPr txBox="1"/>
          <p:nvPr/>
        </p:nvSpPr>
        <p:spPr>
          <a:xfrm>
            <a:off x="8847117" y="1444831"/>
            <a:ext cx="3127168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/>
              <a:t>Site 2 – Block 2 – Plot 1</a:t>
            </a:r>
          </a:p>
        </p:txBody>
      </p:sp>
    </p:spTree>
    <p:extLst>
      <p:ext uri="{BB962C8B-B14F-4D97-AF65-F5344CB8AC3E}">
        <p14:creationId xmlns:p14="http://schemas.microsoft.com/office/powerpoint/2010/main" val="20350180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6F7E3F-AE11-300E-585C-AA01F89AD7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white square with black text&#10;&#10;AI-generated content may be incorrect.">
            <a:extLst>
              <a:ext uri="{FF2B5EF4-FFF2-40B4-BE49-F238E27FC236}">
                <a16:creationId xmlns:a16="http://schemas.microsoft.com/office/drawing/2014/main" id="{928B7012-7554-87F0-F9FB-401B5A40D6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8636" y="3394363"/>
            <a:ext cx="3424053" cy="3424053"/>
          </a:xfrm>
          <a:prstGeom prst="rect">
            <a:avLst/>
          </a:prstGeom>
        </p:spPr>
      </p:pic>
      <p:pic>
        <p:nvPicPr>
          <p:cNvPr id="5" name="Picture 4" descr="A white square with black text&#10;&#10;AI-generated content may be incorrect.">
            <a:extLst>
              <a:ext uri="{FF2B5EF4-FFF2-40B4-BE49-F238E27FC236}">
                <a16:creationId xmlns:a16="http://schemas.microsoft.com/office/drawing/2014/main" id="{C8716DE0-F3A1-08C8-6994-18F9C5E8C8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0318" y="3436423"/>
            <a:ext cx="3443844" cy="3443844"/>
          </a:xfrm>
          <a:prstGeom prst="rect">
            <a:avLst/>
          </a:prstGeom>
        </p:spPr>
      </p:pic>
      <p:pic>
        <p:nvPicPr>
          <p:cNvPr id="7" name="Picture 6" descr="A white sheet with black text&#10;&#10;AI-generated content may be incorrect.">
            <a:extLst>
              <a:ext uri="{FF2B5EF4-FFF2-40B4-BE49-F238E27FC236}">
                <a16:creationId xmlns:a16="http://schemas.microsoft.com/office/drawing/2014/main" id="{D723E88C-60EF-1B93-2250-15DEB8DF60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1595747" y="27215"/>
            <a:ext cx="3394364" cy="339436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6FE549E-3C81-F5A0-2CE0-5F80708CD16E}"/>
              </a:ext>
            </a:extLst>
          </p:cNvPr>
          <p:cNvSpPr txBox="1"/>
          <p:nvPr/>
        </p:nvSpPr>
        <p:spPr>
          <a:xfrm>
            <a:off x="8847117" y="1444831"/>
            <a:ext cx="3127168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/>
              <a:t>Site 2 – Block 2 – Plot 2</a:t>
            </a:r>
          </a:p>
        </p:txBody>
      </p:sp>
    </p:spTree>
    <p:extLst>
      <p:ext uri="{BB962C8B-B14F-4D97-AF65-F5344CB8AC3E}">
        <p14:creationId xmlns:p14="http://schemas.microsoft.com/office/powerpoint/2010/main" val="31786645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E02C82-F9B5-E8F0-021D-694A64519B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0EF741C-A72D-3BFC-B560-F89016C58F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8636" y="3394363"/>
            <a:ext cx="3424053" cy="3424053"/>
          </a:xfrm>
          <a:prstGeom prst="rect">
            <a:avLst/>
          </a:prstGeom>
        </p:spPr>
      </p:pic>
      <p:pic>
        <p:nvPicPr>
          <p:cNvPr id="5" name="Picture 4" descr="A white square with black text&#10;&#10;AI-generated content may be incorrect.">
            <a:extLst>
              <a:ext uri="{FF2B5EF4-FFF2-40B4-BE49-F238E27FC236}">
                <a16:creationId xmlns:a16="http://schemas.microsoft.com/office/drawing/2014/main" id="{BF3CC4E7-6197-00A5-33A5-C358496BB0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4970318" y="3436423"/>
            <a:ext cx="3443844" cy="3443844"/>
          </a:xfrm>
          <a:prstGeom prst="rect">
            <a:avLst/>
          </a:prstGeom>
        </p:spPr>
      </p:pic>
      <p:pic>
        <p:nvPicPr>
          <p:cNvPr id="6" name="Picture 5" descr="A white square with black text&#10;&#10;AI-generated content may be incorrect.">
            <a:extLst>
              <a:ext uri="{FF2B5EF4-FFF2-40B4-BE49-F238E27FC236}">
                <a16:creationId xmlns:a16="http://schemas.microsoft.com/office/drawing/2014/main" id="{1EA24CDA-9E0B-0B3A-DB3B-5C632E9C85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4987637" y="4947"/>
            <a:ext cx="3433949" cy="343394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31A8D5E-F3FF-341F-BE9A-DEFBFEBE3C0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1595747" y="27215"/>
            <a:ext cx="3394364" cy="339436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CD22633-1263-7EC5-5B9F-6DEB963114FD}"/>
              </a:ext>
            </a:extLst>
          </p:cNvPr>
          <p:cNvSpPr txBox="1"/>
          <p:nvPr/>
        </p:nvSpPr>
        <p:spPr>
          <a:xfrm>
            <a:off x="8847117" y="1444831"/>
            <a:ext cx="3127168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/>
              <a:t>Site 2 – Block 2 – Plot 3</a:t>
            </a:r>
          </a:p>
        </p:txBody>
      </p:sp>
    </p:spTree>
    <p:extLst>
      <p:ext uri="{BB962C8B-B14F-4D97-AF65-F5344CB8AC3E}">
        <p14:creationId xmlns:p14="http://schemas.microsoft.com/office/powerpoint/2010/main" val="22333794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1F64AC-AB36-188B-88E1-FD356DE7EE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white square with black text&#10;&#10;AI-generated content may be incorrect.">
            <a:extLst>
              <a:ext uri="{FF2B5EF4-FFF2-40B4-BE49-F238E27FC236}">
                <a16:creationId xmlns:a16="http://schemas.microsoft.com/office/drawing/2014/main" id="{705135E4-1788-FC4A-328D-903F33DDD5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474" y="1149552"/>
            <a:ext cx="4529297" cy="4556755"/>
          </a:xfrm>
          <a:prstGeom prst="rect">
            <a:avLst/>
          </a:prstGeom>
        </p:spPr>
      </p:pic>
      <p:pic>
        <p:nvPicPr>
          <p:cNvPr id="5" name="Picture 4" descr="A white square with black letters&#10;&#10;AI-generated content may be incorrect.">
            <a:extLst>
              <a:ext uri="{FF2B5EF4-FFF2-40B4-BE49-F238E27FC236}">
                <a16:creationId xmlns:a16="http://schemas.microsoft.com/office/drawing/2014/main" id="{FFBC8A9B-E6F0-14F6-3FEF-76FBB3109F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4678561" y="1304883"/>
            <a:ext cx="4253898" cy="424703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735897A-9F20-D368-6084-9BBF0E51ACDA}"/>
              </a:ext>
            </a:extLst>
          </p:cNvPr>
          <p:cNvSpPr txBox="1"/>
          <p:nvPr/>
        </p:nvSpPr>
        <p:spPr>
          <a:xfrm>
            <a:off x="8929495" y="1513480"/>
            <a:ext cx="3127168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/>
              <a:t>Site 2 – Block 2 – Plot 4</a:t>
            </a:r>
          </a:p>
        </p:txBody>
      </p:sp>
    </p:spTree>
    <p:extLst>
      <p:ext uri="{BB962C8B-B14F-4D97-AF65-F5344CB8AC3E}">
        <p14:creationId xmlns:p14="http://schemas.microsoft.com/office/powerpoint/2010/main" val="8725907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2C3503-3868-B067-397D-C8561B909E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54E0A46-856F-7544-94E3-215D2AA5D9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8636" y="3394363"/>
            <a:ext cx="3424053" cy="3424053"/>
          </a:xfrm>
          <a:prstGeom prst="rect">
            <a:avLst/>
          </a:prstGeom>
        </p:spPr>
      </p:pic>
      <p:pic>
        <p:nvPicPr>
          <p:cNvPr id="5" name="Picture 4" descr="A white square with black text&#10;&#10;AI-generated content may be incorrect.">
            <a:extLst>
              <a:ext uri="{FF2B5EF4-FFF2-40B4-BE49-F238E27FC236}">
                <a16:creationId xmlns:a16="http://schemas.microsoft.com/office/drawing/2014/main" id="{D92F64F9-88AE-B892-A776-047E8D5A87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4970318" y="3436423"/>
            <a:ext cx="3443844" cy="344384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3429F2B-A1AC-3EE0-2645-450E1BFB75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4987637" y="4947"/>
            <a:ext cx="3433949" cy="3433949"/>
          </a:xfrm>
          <a:prstGeom prst="rect">
            <a:avLst/>
          </a:prstGeom>
        </p:spPr>
      </p:pic>
      <p:pic>
        <p:nvPicPr>
          <p:cNvPr id="7" name="Picture 6" descr="A white square with black text&#10;&#10;AI-generated content may be incorrect.">
            <a:extLst>
              <a:ext uri="{FF2B5EF4-FFF2-40B4-BE49-F238E27FC236}">
                <a16:creationId xmlns:a16="http://schemas.microsoft.com/office/drawing/2014/main" id="{01E299FD-09AD-347D-65C0-05AEAC5DAD3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0800000">
            <a:off x="1595747" y="27215"/>
            <a:ext cx="3394364" cy="339436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06370EE-C510-36C0-196F-58DC41B3CCFE}"/>
              </a:ext>
            </a:extLst>
          </p:cNvPr>
          <p:cNvSpPr txBox="1"/>
          <p:nvPr/>
        </p:nvSpPr>
        <p:spPr>
          <a:xfrm>
            <a:off x="8847117" y="1444831"/>
            <a:ext cx="3127168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/>
              <a:t>Site 2 – Block 3 – Plot 1</a:t>
            </a:r>
          </a:p>
        </p:txBody>
      </p:sp>
    </p:spTree>
    <p:extLst>
      <p:ext uri="{BB962C8B-B14F-4D97-AF65-F5344CB8AC3E}">
        <p14:creationId xmlns:p14="http://schemas.microsoft.com/office/powerpoint/2010/main" val="36675113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4F2583-E3EB-C34A-AE21-0ED0F6ADA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54BE4D6-382C-65C3-185F-B72CC700CF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8636" y="3394363"/>
            <a:ext cx="3424053" cy="342405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0E685BA-5962-84D2-065D-7AA38A0CCD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4970318" y="3436423"/>
            <a:ext cx="3443844" cy="3443844"/>
          </a:xfrm>
          <a:prstGeom prst="rect">
            <a:avLst/>
          </a:prstGeom>
        </p:spPr>
      </p:pic>
      <p:pic>
        <p:nvPicPr>
          <p:cNvPr id="6" name="Picture 5" descr="A white square with black text&#10;&#10;AI-generated content may be incorrect.">
            <a:extLst>
              <a:ext uri="{FF2B5EF4-FFF2-40B4-BE49-F238E27FC236}">
                <a16:creationId xmlns:a16="http://schemas.microsoft.com/office/drawing/2014/main" id="{5B70F725-6DED-4139-BA44-EDC3357338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4987637" y="4947"/>
            <a:ext cx="3433949" cy="343394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3BC2B9B-6418-AD60-D19B-2949EB6E7D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1595747" y="27215"/>
            <a:ext cx="3394364" cy="339436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0D11D31-956F-33A8-DA75-29BC865BDA27}"/>
              </a:ext>
            </a:extLst>
          </p:cNvPr>
          <p:cNvSpPr txBox="1"/>
          <p:nvPr/>
        </p:nvSpPr>
        <p:spPr>
          <a:xfrm>
            <a:off x="8847117" y="1444831"/>
            <a:ext cx="3127168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/>
              <a:t>Site 2 – Block 3 – Plot 2</a:t>
            </a:r>
          </a:p>
        </p:txBody>
      </p:sp>
    </p:spTree>
    <p:extLst>
      <p:ext uri="{BB962C8B-B14F-4D97-AF65-F5344CB8AC3E}">
        <p14:creationId xmlns:p14="http://schemas.microsoft.com/office/powerpoint/2010/main" val="11193849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2EE453-8954-50B2-0FE7-C66295FE19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22EB76D-3FBD-37C2-EA58-859FB1785D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8636" y="3394363"/>
            <a:ext cx="3424053" cy="3424053"/>
          </a:xfrm>
          <a:prstGeom prst="rect">
            <a:avLst/>
          </a:prstGeom>
        </p:spPr>
      </p:pic>
      <p:pic>
        <p:nvPicPr>
          <p:cNvPr id="5" name="Picture 4" descr="A graph of a graph&#10;&#10;AI-generated content may be incorrect.">
            <a:extLst>
              <a:ext uri="{FF2B5EF4-FFF2-40B4-BE49-F238E27FC236}">
                <a16:creationId xmlns:a16="http://schemas.microsoft.com/office/drawing/2014/main" id="{7727EA0A-3660-AAFC-7C0F-F81524DC38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0318" y="3436423"/>
            <a:ext cx="3443844" cy="3443844"/>
          </a:xfrm>
          <a:prstGeom prst="rect">
            <a:avLst/>
          </a:prstGeom>
        </p:spPr>
      </p:pic>
      <p:pic>
        <p:nvPicPr>
          <p:cNvPr id="6" name="Picture 5" descr="A graph of a graph&#10;&#10;AI-generated content may be incorrect.">
            <a:extLst>
              <a:ext uri="{FF2B5EF4-FFF2-40B4-BE49-F238E27FC236}">
                <a16:creationId xmlns:a16="http://schemas.microsoft.com/office/drawing/2014/main" id="{577A9B80-A656-F6D1-401E-FDD16C4CFE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4987637" y="4947"/>
            <a:ext cx="3433949" cy="343394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395EBD9-6C4F-59FD-3BA6-9D5A87A3CF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0800000">
            <a:off x="1595747" y="27215"/>
            <a:ext cx="3394364" cy="339436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01A930E-6535-BEB7-DC36-4873D15285EA}"/>
              </a:ext>
            </a:extLst>
          </p:cNvPr>
          <p:cNvSpPr txBox="1"/>
          <p:nvPr/>
        </p:nvSpPr>
        <p:spPr>
          <a:xfrm>
            <a:off x="8847117" y="1444831"/>
            <a:ext cx="3127168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/>
              <a:t>Site 2 – Block 3 – Plot 3</a:t>
            </a:r>
          </a:p>
        </p:txBody>
      </p:sp>
    </p:spTree>
    <p:extLst>
      <p:ext uri="{BB962C8B-B14F-4D97-AF65-F5344CB8AC3E}">
        <p14:creationId xmlns:p14="http://schemas.microsoft.com/office/powerpoint/2010/main" val="7030848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097B16-2A23-A7E1-A50F-B69E3E01D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graph of a quadratic function&#10;&#10;AI-generated content may be incorrect.">
            <a:extLst>
              <a:ext uri="{FF2B5EF4-FFF2-40B4-BE49-F238E27FC236}">
                <a16:creationId xmlns:a16="http://schemas.microsoft.com/office/drawing/2014/main" id="{FC384254-0427-DC15-E488-AD088DF9FC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8636" y="3394363"/>
            <a:ext cx="3424053" cy="3424053"/>
          </a:xfrm>
          <a:prstGeom prst="rect">
            <a:avLst/>
          </a:prstGeom>
        </p:spPr>
      </p:pic>
      <p:pic>
        <p:nvPicPr>
          <p:cNvPr id="5" name="Picture 4" descr="A graph of a quadratic function&#10;&#10;AI-generated content may be incorrect.">
            <a:extLst>
              <a:ext uri="{FF2B5EF4-FFF2-40B4-BE49-F238E27FC236}">
                <a16:creationId xmlns:a16="http://schemas.microsoft.com/office/drawing/2014/main" id="{C50D971A-3DED-511F-177E-4B82653797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4970318" y="3436423"/>
            <a:ext cx="3443844" cy="3443844"/>
          </a:xfrm>
          <a:prstGeom prst="rect">
            <a:avLst/>
          </a:prstGeom>
        </p:spPr>
      </p:pic>
      <p:pic>
        <p:nvPicPr>
          <p:cNvPr id="7" name="Picture 6" descr="A white square with black text&#10;&#10;AI-generated content may be incorrect.">
            <a:extLst>
              <a:ext uri="{FF2B5EF4-FFF2-40B4-BE49-F238E27FC236}">
                <a16:creationId xmlns:a16="http://schemas.microsoft.com/office/drawing/2014/main" id="{9F60AD3F-557A-E877-0704-A81269C1B6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1595747" y="27215"/>
            <a:ext cx="3394364" cy="339436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CE75C3B-3D04-D4B3-D3DE-CA6C89486261}"/>
              </a:ext>
            </a:extLst>
          </p:cNvPr>
          <p:cNvSpPr txBox="1"/>
          <p:nvPr/>
        </p:nvSpPr>
        <p:spPr>
          <a:xfrm>
            <a:off x="8847117" y="1444831"/>
            <a:ext cx="3127168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/>
              <a:t>Site 2 – Block 3 – Plot 4</a:t>
            </a:r>
          </a:p>
        </p:txBody>
      </p:sp>
    </p:spTree>
    <p:extLst>
      <p:ext uri="{BB962C8B-B14F-4D97-AF65-F5344CB8AC3E}">
        <p14:creationId xmlns:p14="http://schemas.microsoft.com/office/powerpoint/2010/main" val="25137356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A677D0-EDC4-F18D-28AE-FF1B29D600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131E65A-C4AE-A0FC-F310-EE79A4544B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8636" y="3394363"/>
            <a:ext cx="3424053" cy="3424053"/>
          </a:xfrm>
          <a:prstGeom prst="rect">
            <a:avLst/>
          </a:prstGeom>
        </p:spPr>
      </p:pic>
      <p:pic>
        <p:nvPicPr>
          <p:cNvPr id="5" name="Picture 4" descr="A white square with black text&#10;&#10;AI-generated content may be incorrect.">
            <a:extLst>
              <a:ext uri="{FF2B5EF4-FFF2-40B4-BE49-F238E27FC236}">
                <a16:creationId xmlns:a16="http://schemas.microsoft.com/office/drawing/2014/main" id="{90F912AC-7545-5323-AB20-7437157C23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0318" y="3436423"/>
            <a:ext cx="3443844" cy="3443844"/>
          </a:xfrm>
          <a:prstGeom prst="rect">
            <a:avLst/>
          </a:prstGeom>
        </p:spPr>
      </p:pic>
      <p:pic>
        <p:nvPicPr>
          <p:cNvPr id="6" name="Picture 5" descr="A graph with text on it&#10;&#10;AI-generated content may be incorrect.">
            <a:extLst>
              <a:ext uri="{FF2B5EF4-FFF2-40B4-BE49-F238E27FC236}">
                <a16:creationId xmlns:a16="http://schemas.microsoft.com/office/drawing/2014/main" id="{836E1047-3BEA-9BB8-9F1B-5EEBB486B4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4987637" y="4947"/>
            <a:ext cx="3433949" cy="3433949"/>
          </a:xfrm>
          <a:prstGeom prst="rect">
            <a:avLst/>
          </a:prstGeom>
        </p:spPr>
      </p:pic>
      <p:pic>
        <p:nvPicPr>
          <p:cNvPr id="7" name="Picture 6" descr="A graph with numbers and letters&#10;&#10;AI-generated content may be incorrect.">
            <a:extLst>
              <a:ext uri="{FF2B5EF4-FFF2-40B4-BE49-F238E27FC236}">
                <a16:creationId xmlns:a16="http://schemas.microsoft.com/office/drawing/2014/main" id="{96D95918-BEF0-45D3-511B-3A55F8297F2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0800000">
            <a:off x="1595747" y="27215"/>
            <a:ext cx="3394364" cy="339436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D2D8C6C-947A-35D8-12E9-41CD09A6B9A3}"/>
              </a:ext>
            </a:extLst>
          </p:cNvPr>
          <p:cNvSpPr txBox="1"/>
          <p:nvPr/>
        </p:nvSpPr>
        <p:spPr>
          <a:xfrm>
            <a:off x="8847117" y="1444831"/>
            <a:ext cx="3127168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/>
              <a:t>Site 2 – Block 4 – Plot 1</a:t>
            </a:r>
          </a:p>
        </p:txBody>
      </p:sp>
    </p:spTree>
    <p:extLst>
      <p:ext uri="{BB962C8B-B14F-4D97-AF65-F5344CB8AC3E}">
        <p14:creationId xmlns:p14="http://schemas.microsoft.com/office/powerpoint/2010/main" val="20431371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CC3902-F36A-F28F-917D-8DC267DE8B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C97E901-FCA1-7E25-0429-65FE70CB65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8636" y="3394363"/>
            <a:ext cx="3424053" cy="342405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D301E50-64DE-0F49-A4C2-0F36D628A8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5400000">
            <a:off x="4970318" y="3436423"/>
            <a:ext cx="3443844" cy="3443844"/>
          </a:xfrm>
          <a:prstGeom prst="rect">
            <a:avLst/>
          </a:prstGeom>
        </p:spPr>
      </p:pic>
      <p:pic>
        <p:nvPicPr>
          <p:cNvPr id="6" name="Picture 5" descr="A graph of a quadratic function&#10;&#10;AI-generated content may be incorrect.">
            <a:extLst>
              <a:ext uri="{FF2B5EF4-FFF2-40B4-BE49-F238E27FC236}">
                <a16:creationId xmlns:a16="http://schemas.microsoft.com/office/drawing/2014/main" id="{FD185BA5-E23B-06E7-B0A0-AD5AA29AFE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4987637" y="4947"/>
            <a:ext cx="3433949" cy="343394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77F4C0A-C9CC-D980-79DD-DD4F82E8605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1595747" y="27215"/>
            <a:ext cx="3394364" cy="339436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B78DBEF-48B9-B1E5-C2F7-E3C73719F311}"/>
              </a:ext>
            </a:extLst>
          </p:cNvPr>
          <p:cNvSpPr txBox="1"/>
          <p:nvPr/>
        </p:nvSpPr>
        <p:spPr>
          <a:xfrm>
            <a:off x="8847117" y="1444831"/>
            <a:ext cx="3127168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/>
              <a:t>Site 2 – Block 4 – Plot 2</a:t>
            </a:r>
          </a:p>
        </p:txBody>
      </p:sp>
    </p:spTree>
    <p:extLst>
      <p:ext uri="{BB962C8B-B14F-4D97-AF65-F5344CB8AC3E}">
        <p14:creationId xmlns:p14="http://schemas.microsoft.com/office/powerpoint/2010/main" val="10052443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297B60-8FFF-A84A-690E-01BCE11F8D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white square with black text&#10;&#10;AI-generated content may be incorrect.">
            <a:extLst>
              <a:ext uri="{FF2B5EF4-FFF2-40B4-BE49-F238E27FC236}">
                <a16:creationId xmlns:a16="http://schemas.microsoft.com/office/drawing/2014/main" id="{D18F8D7D-C04E-CEE8-DBC7-0A5BD5BAE1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1599179" y="-140973"/>
            <a:ext cx="3394364" cy="37582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39375CE-9EAA-ADD0-FE0E-678F27E8DC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5008075" y="3096613"/>
            <a:ext cx="3395790" cy="403422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F351BC5-1480-1E87-F366-0C07FF67FA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92959" y="3154093"/>
            <a:ext cx="3396595" cy="4014431"/>
          </a:xfrm>
          <a:prstGeom prst="rect">
            <a:avLst/>
          </a:prstGeom>
        </p:spPr>
      </p:pic>
      <p:pic>
        <p:nvPicPr>
          <p:cNvPr id="6" name="Picture 5" descr="A white square with black text&#10;&#10;AI-generated content may be incorrect.">
            <a:extLst>
              <a:ext uri="{FF2B5EF4-FFF2-40B4-BE49-F238E27FC236}">
                <a16:creationId xmlns:a16="http://schemas.microsoft.com/office/drawing/2014/main" id="{2F54CF09-EFC0-5F86-165C-E2702B444C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0800000">
            <a:off x="4987637" y="-173541"/>
            <a:ext cx="3433949" cy="361243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42016F9-F4E5-ED5B-0E20-8E8407C03E93}"/>
              </a:ext>
            </a:extLst>
          </p:cNvPr>
          <p:cNvSpPr txBox="1"/>
          <p:nvPr/>
        </p:nvSpPr>
        <p:spPr>
          <a:xfrm>
            <a:off x="8847117" y="1444831"/>
            <a:ext cx="3127168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/>
              <a:t>Site 2 – Block 4 – Plot 3</a:t>
            </a:r>
          </a:p>
        </p:txBody>
      </p:sp>
    </p:spTree>
    <p:extLst>
      <p:ext uri="{BB962C8B-B14F-4D97-AF65-F5344CB8AC3E}">
        <p14:creationId xmlns:p14="http://schemas.microsoft.com/office/powerpoint/2010/main" val="7733486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CD3C74-4CB4-60C6-0A6D-83BE9B0AD4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white square with black text&#10;&#10;AI-generated content may be incorrect.">
            <a:extLst>
              <a:ext uri="{FF2B5EF4-FFF2-40B4-BE49-F238E27FC236}">
                <a16:creationId xmlns:a16="http://schemas.microsoft.com/office/drawing/2014/main" id="{6C10D152-AD53-987F-CD69-DBE76DA260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8636" y="3394363"/>
            <a:ext cx="3424053" cy="342405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0A4C2C2-F1B3-C5E2-93BB-41035D635C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4970318" y="3436423"/>
            <a:ext cx="3443844" cy="344384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3917C7E-328E-CD06-2F80-8FD2327623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4987637" y="4947"/>
            <a:ext cx="3433949" cy="3433949"/>
          </a:xfrm>
          <a:prstGeom prst="rect">
            <a:avLst/>
          </a:prstGeom>
        </p:spPr>
      </p:pic>
      <p:pic>
        <p:nvPicPr>
          <p:cNvPr id="7" name="Picture 6" descr="A white square with black text&#10;&#10;AI-generated content may be incorrect.">
            <a:extLst>
              <a:ext uri="{FF2B5EF4-FFF2-40B4-BE49-F238E27FC236}">
                <a16:creationId xmlns:a16="http://schemas.microsoft.com/office/drawing/2014/main" id="{AE47D64F-449B-2F23-1B81-2E50F2CFEDE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1595747" y="27215"/>
            <a:ext cx="3394364" cy="339436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7DA87AD-F5F4-42F5-6429-43DFD5838DB1}"/>
              </a:ext>
            </a:extLst>
          </p:cNvPr>
          <p:cNvSpPr txBox="1"/>
          <p:nvPr/>
        </p:nvSpPr>
        <p:spPr>
          <a:xfrm>
            <a:off x="8847117" y="1444831"/>
            <a:ext cx="3127168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/>
              <a:t>Site 2 – Block 4 – Plot 4</a:t>
            </a:r>
          </a:p>
        </p:txBody>
      </p:sp>
    </p:spTree>
    <p:extLst>
      <p:ext uri="{BB962C8B-B14F-4D97-AF65-F5344CB8AC3E}">
        <p14:creationId xmlns:p14="http://schemas.microsoft.com/office/powerpoint/2010/main" val="42206919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165</cp:revision>
  <dcterms:created xsi:type="dcterms:W3CDTF">2025-10-10T15:34:33Z</dcterms:created>
  <dcterms:modified xsi:type="dcterms:W3CDTF">2025-10-10T16:46:18Z</dcterms:modified>
</cp:coreProperties>
</file>