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94175-926D-0E3E-6897-6D2556225368}" v="320" dt="2025-10-10T20:26:31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-sophie Meng" userId="S::mm1207@duke.edu::2cbbaee7-b319-406a-9c70-46e19985abe0" providerId="AD" clId="Web-{7DD94175-926D-0E3E-6897-6D2556225368}"/>
    <pc:docChg chg="addSld modSld">
      <pc:chgData name="Mai-sophie Meng" userId="S::mm1207@duke.edu::2cbbaee7-b319-406a-9c70-46e19985abe0" providerId="AD" clId="Web-{7DD94175-926D-0E3E-6897-6D2556225368}" dt="2025-10-10T20:26:31.440" v="206" actId="688"/>
      <pc:docMkLst>
        <pc:docMk/>
      </pc:docMkLst>
      <pc:sldChg chg="addSp delSp modSp">
        <pc:chgData name="Mai-sophie Meng" userId="S::mm1207@duke.edu::2cbbaee7-b319-406a-9c70-46e19985abe0" providerId="AD" clId="Web-{7DD94175-926D-0E3E-6897-6D2556225368}" dt="2025-10-10T17:03:45.904" v="47" actId="20577"/>
        <pc:sldMkLst>
          <pc:docMk/>
          <pc:sldMk cId="109857222" sldId="256"/>
        </pc:sldMkLst>
        <pc:spChg chg="del mod">
          <ac:chgData name="Mai-sophie Meng" userId="S::mm1207@duke.edu::2cbbaee7-b319-406a-9c70-46e19985abe0" providerId="AD" clId="Web-{7DD94175-926D-0E3E-6897-6D2556225368}" dt="2025-10-10T16:47:17.456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i-sophie Meng" userId="S::mm1207@duke.edu::2cbbaee7-b319-406a-9c70-46e19985abe0" providerId="AD" clId="Web-{7DD94175-926D-0E3E-6897-6D2556225368}" dt="2025-10-10T17:03:45.904" v="47" actId="20577"/>
          <ac:spMkLst>
            <pc:docMk/>
            <pc:sldMk cId="109857222" sldId="256"/>
            <ac:spMk id="8" creationId="{E2FFC268-30F4-63AF-90E0-258F532ED6B8}"/>
          </ac:spMkLst>
        </pc:spChg>
        <pc:picChg chg="add mod">
          <ac:chgData name="Mai-sophie Meng" userId="S::mm1207@duke.edu::2cbbaee7-b319-406a-9c70-46e19985abe0" providerId="AD" clId="Web-{7DD94175-926D-0E3E-6897-6D2556225368}" dt="2025-10-10T16:53:07.517" v="17" actId="1076"/>
          <ac:picMkLst>
            <pc:docMk/>
            <pc:sldMk cId="109857222" sldId="256"/>
            <ac:picMk id="4" creationId="{BF806F5B-A7EE-948E-2588-258470294F9A}"/>
          </ac:picMkLst>
        </pc:picChg>
        <pc:picChg chg="add mod">
          <ac:chgData name="Mai-sophie Meng" userId="S::mm1207@duke.edu::2cbbaee7-b319-406a-9c70-46e19985abe0" providerId="AD" clId="Web-{7DD94175-926D-0E3E-6897-6D2556225368}" dt="2025-10-10T16:53:55.767" v="23" actId="14100"/>
          <ac:picMkLst>
            <pc:docMk/>
            <pc:sldMk cId="109857222" sldId="256"/>
            <ac:picMk id="5" creationId="{66D88181-A83E-DB67-6B86-DA47D2F98D5E}"/>
          </ac:picMkLst>
        </pc:picChg>
        <pc:picChg chg="add mod">
          <ac:chgData name="Mai-sophie Meng" userId="S::mm1207@duke.edu::2cbbaee7-b319-406a-9c70-46e19985abe0" providerId="AD" clId="Web-{7DD94175-926D-0E3E-6897-6D2556225368}" dt="2025-10-10T16:53:38.173" v="21" actId="688"/>
          <ac:picMkLst>
            <pc:docMk/>
            <pc:sldMk cId="109857222" sldId="256"/>
            <ac:picMk id="6" creationId="{DE0CA45C-13FE-38E7-4806-6463ECBE7BFB}"/>
          </ac:picMkLst>
        </pc:picChg>
        <pc:picChg chg="add mod">
          <ac:chgData name="Mai-sophie Meng" userId="S::mm1207@duke.edu::2cbbaee7-b319-406a-9c70-46e19985abe0" providerId="AD" clId="Web-{7DD94175-926D-0E3E-6897-6D2556225368}" dt="2025-10-10T16:53:59.188" v="24" actId="1076"/>
          <ac:picMkLst>
            <pc:docMk/>
            <pc:sldMk cId="109857222" sldId="256"/>
            <ac:picMk id="7" creationId="{60FEB16A-FFCA-E6C3-7A6F-A4D36887A119}"/>
          </ac:picMkLst>
        </pc:picChg>
      </pc:sldChg>
      <pc:sldChg chg="delSp modSp add">
        <pc:chgData name="Mai-sophie Meng" userId="S::mm1207@duke.edu::2cbbaee7-b319-406a-9c70-46e19985abe0" providerId="AD" clId="Web-{7DD94175-926D-0E3E-6897-6D2556225368}" dt="2025-10-10T17:05:29.246" v="60" actId="14100"/>
        <pc:sldMkLst>
          <pc:docMk/>
          <pc:sldMk cId="1005244372" sldId="269"/>
        </pc:sldMkLst>
        <pc:spChg chg="mod ord">
          <ac:chgData name="Mai-sophie Meng" userId="S::mm1207@duke.edu::2cbbaee7-b319-406a-9c70-46e19985abe0" providerId="AD" clId="Web-{7DD94175-926D-0E3E-6897-6D2556225368}" dt="2025-10-10T17:05:13.715" v="58"/>
          <ac:spMkLst>
            <pc:docMk/>
            <pc:sldMk cId="1005244372" sldId="269"/>
            <ac:spMk id="8" creationId="{6B78DBEF-48B9-B1E5-C2F7-E3C73719F311}"/>
          </ac:spMkLst>
        </pc:spChg>
        <pc:picChg chg="mod">
          <ac:chgData name="Mai-sophie Meng" userId="S::mm1207@duke.edu::2cbbaee7-b319-406a-9c70-46e19985abe0" providerId="AD" clId="Web-{7DD94175-926D-0E3E-6897-6D2556225368}" dt="2025-10-10T17:05:29.246" v="60" actId="14100"/>
          <ac:picMkLst>
            <pc:docMk/>
            <pc:sldMk cId="1005244372" sldId="269"/>
            <ac:picMk id="4" creationId="{2C97E901-FCA1-7E25-0429-65FE70CB65F7}"/>
          </ac:picMkLst>
        </pc:picChg>
        <pc:picChg chg="del">
          <ac:chgData name="Mai-sophie Meng" userId="S::mm1207@duke.edu::2cbbaee7-b319-406a-9c70-46e19985abe0" providerId="AD" clId="Web-{7DD94175-926D-0E3E-6897-6D2556225368}" dt="2025-10-10T17:04:35.513" v="52"/>
          <ac:picMkLst>
            <pc:docMk/>
            <pc:sldMk cId="1005244372" sldId="269"/>
            <ac:picMk id="5" creationId="{6D301E50-64DE-0F49-A4C2-0F36D628A80D}"/>
          </ac:picMkLst>
        </pc:picChg>
        <pc:picChg chg="del">
          <ac:chgData name="Mai-sophie Meng" userId="S::mm1207@duke.edu::2cbbaee7-b319-406a-9c70-46e19985abe0" providerId="AD" clId="Web-{7DD94175-926D-0E3E-6897-6D2556225368}" dt="2025-10-10T17:04:36.872" v="53"/>
          <ac:picMkLst>
            <pc:docMk/>
            <pc:sldMk cId="1005244372" sldId="269"/>
            <ac:picMk id="6" creationId="{FD185BA5-E23B-06E7-B0A0-AD5AA29AFE42}"/>
          </ac:picMkLst>
        </pc:picChg>
        <pc:picChg chg="mod ord">
          <ac:chgData name="Mai-sophie Meng" userId="S::mm1207@duke.edu::2cbbaee7-b319-406a-9c70-46e19985abe0" providerId="AD" clId="Web-{7DD94175-926D-0E3E-6897-6D2556225368}" dt="2025-10-10T17:05:19.965" v="59" actId="1076"/>
          <ac:picMkLst>
            <pc:docMk/>
            <pc:sldMk cId="1005244372" sldId="269"/>
            <ac:picMk id="7" creationId="{777F4C0A-C9CC-D980-79DD-DD4F82E8605C}"/>
          </ac:picMkLst>
        </pc:picChg>
      </pc:sldChg>
      <pc:sldChg chg="modSp add replId">
        <pc:chgData name="Mai-sophie Meng" userId="S::mm1207@duke.edu::2cbbaee7-b319-406a-9c70-46e19985abe0" providerId="AD" clId="Web-{7DD94175-926D-0E3E-6897-6D2556225368}" dt="2025-10-10T17:07:38.449" v="67"/>
        <pc:sldMkLst>
          <pc:docMk/>
          <pc:sldMk cId="3946295069" sldId="270"/>
        </pc:sldMkLst>
        <pc:spChg chg="mod">
          <ac:chgData name="Mai-sophie Meng" userId="S::mm1207@duke.edu::2cbbaee7-b319-406a-9c70-46e19985abe0" providerId="AD" clId="Web-{7DD94175-926D-0E3E-6897-6D2556225368}" dt="2025-10-10T17:06:37.137" v="63" actId="20577"/>
          <ac:spMkLst>
            <pc:docMk/>
            <pc:sldMk cId="3946295069" sldId="270"/>
            <ac:spMk id="8" creationId="{0152AC46-96A7-C609-3225-38007EE0028C}"/>
          </ac:spMkLst>
        </pc:spChg>
        <pc:picChg chg="mod">
          <ac:chgData name="Mai-sophie Meng" userId="S::mm1207@duke.edu::2cbbaee7-b319-406a-9c70-46e19985abe0" providerId="AD" clId="Web-{7DD94175-926D-0E3E-6897-6D2556225368}" dt="2025-10-10T17:06:50.590" v="64"/>
          <ac:picMkLst>
            <pc:docMk/>
            <pc:sldMk cId="3946295069" sldId="270"/>
            <ac:picMk id="4" creationId="{7B776CE8-1A12-8C3E-6849-71BB2EE2BFFB}"/>
          </ac:picMkLst>
        </pc:picChg>
        <pc:picChg chg="mod">
          <ac:chgData name="Mai-sophie Meng" userId="S::mm1207@duke.edu::2cbbaee7-b319-406a-9c70-46e19985abe0" providerId="AD" clId="Web-{7DD94175-926D-0E3E-6897-6D2556225368}" dt="2025-10-10T17:07:08.324" v="65"/>
          <ac:picMkLst>
            <pc:docMk/>
            <pc:sldMk cId="3946295069" sldId="270"/>
            <ac:picMk id="5" creationId="{F2239FFC-2646-D554-25D2-6B8A84C8EB44}"/>
          </ac:picMkLst>
        </pc:picChg>
        <pc:picChg chg="mod">
          <ac:chgData name="Mai-sophie Meng" userId="S::mm1207@duke.edu::2cbbaee7-b319-406a-9c70-46e19985abe0" providerId="AD" clId="Web-{7DD94175-926D-0E3E-6897-6D2556225368}" dt="2025-10-10T17:07:28.871" v="66"/>
          <ac:picMkLst>
            <pc:docMk/>
            <pc:sldMk cId="3946295069" sldId="270"/>
            <ac:picMk id="6" creationId="{48523FCA-947B-F228-59D1-2E92479D2665}"/>
          </ac:picMkLst>
        </pc:picChg>
        <pc:picChg chg="mod">
          <ac:chgData name="Mai-sophie Meng" userId="S::mm1207@duke.edu::2cbbaee7-b319-406a-9c70-46e19985abe0" providerId="AD" clId="Web-{7DD94175-926D-0E3E-6897-6D2556225368}" dt="2025-10-10T17:07:38.449" v="67"/>
          <ac:picMkLst>
            <pc:docMk/>
            <pc:sldMk cId="3946295069" sldId="270"/>
            <ac:picMk id="7" creationId="{7BA7F9B4-05EA-534F-940F-720CAABB12C8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7:10:06.745" v="74"/>
        <pc:sldMkLst>
          <pc:docMk/>
          <pc:sldMk cId="1551073190" sldId="271"/>
        </pc:sldMkLst>
        <pc:spChg chg="mod">
          <ac:chgData name="Mai-sophie Meng" userId="S::mm1207@duke.edu::2cbbaee7-b319-406a-9c70-46e19985abe0" providerId="AD" clId="Web-{7DD94175-926D-0E3E-6897-6D2556225368}" dt="2025-10-10T17:09:36.198" v="70" actId="20577"/>
          <ac:spMkLst>
            <pc:docMk/>
            <pc:sldMk cId="1551073190" sldId="271"/>
            <ac:spMk id="8" creationId="{FC3667C1-2F60-70A4-79E5-56E3EBACE47D}"/>
          </ac:spMkLst>
        </pc:spChg>
        <pc:picChg chg="mod">
          <ac:chgData name="Mai-sophie Meng" userId="S::mm1207@duke.edu::2cbbaee7-b319-406a-9c70-46e19985abe0" providerId="AD" clId="Web-{7DD94175-926D-0E3E-6897-6D2556225368}" dt="2025-10-10T17:09:47.667" v="71"/>
          <ac:picMkLst>
            <pc:docMk/>
            <pc:sldMk cId="1551073190" sldId="271"/>
            <ac:picMk id="4" creationId="{8FEBF8D2-F935-17A5-63AC-981E6909CCE9}"/>
          </ac:picMkLst>
        </pc:picChg>
        <pc:picChg chg="mod">
          <ac:chgData name="Mai-sophie Meng" userId="S::mm1207@duke.edu::2cbbaee7-b319-406a-9c70-46e19985abe0" providerId="AD" clId="Web-{7DD94175-926D-0E3E-6897-6D2556225368}" dt="2025-10-10T17:09:56.183" v="73"/>
          <ac:picMkLst>
            <pc:docMk/>
            <pc:sldMk cId="1551073190" sldId="271"/>
            <ac:picMk id="5" creationId="{B786BB84-B991-672B-7355-A3659AB3FDF5}"/>
          </ac:picMkLst>
        </pc:picChg>
        <pc:picChg chg="del">
          <ac:chgData name="Mai-sophie Meng" userId="S::mm1207@duke.edu::2cbbaee7-b319-406a-9c70-46e19985abe0" providerId="AD" clId="Web-{7DD94175-926D-0E3E-6897-6D2556225368}" dt="2025-10-10T17:09:48.964" v="72"/>
          <ac:picMkLst>
            <pc:docMk/>
            <pc:sldMk cId="1551073190" sldId="271"/>
            <ac:picMk id="6" creationId="{49D1A97D-63C5-5107-0E2E-09D9B0273F46}"/>
          </ac:picMkLst>
        </pc:picChg>
        <pc:picChg chg="mod">
          <ac:chgData name="Mai-sophie Meng" userId="S::mm1207@duke.edu::2cbbaee7-b319-406a-9c70-46e19985abe0" providerId="AD" clId="Web-{7DD94175-926D-0E3E-6897-6D2556225368}" dt="2025-10-10T17:10:06.745" v="74"/>
          <ac:picMkLst>
            <pc:docMk/>
            <pc:sldMk cId="1551073190" sldId="271"/>
            <ac:picMk id="7" creationId="{13CF5DBC-6EA0-023E-B920-79CBD3378D43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7:12:50.401" v="86" actId="1076"/>
        <pc:sldMkLst>
          <pc:docMk/>
          <pc:sldMk cId="1647620084" sldId="272"/>
        </pc:sldMkLst>
        <pc:spChg chg="mod">
          <ac:chgData name="Mai-sophie Meng" userId="S::mm1207@duke.edu::2cbbaee7-b319-406a-9c70-46e19985abe0" providerId="AD" clId="Web-{7DD94175-926D-0E3E-6897-6D2556225368}" dt="2025-10-10T17:11:34.729" v="79" actId="20577"/>
          <ac:spMkLst>
            <pc:docMk/>
            <pc:sldMk cId="1647620084" sldId="272"/>
            <ac:spMk id="8" creationId="{4ED56695-3F2D-1397-E094-C49F2DE7C0D8}"/>
          </ac:spMkLst>
        </pc:spChg>
        <pc:picChg chg="mod">
          <ac:chgData name="Mai-sophie Meng" userId="S::mm1207@duke.edu::2cbbaee7-b319-406a-9c70-46e19985abe0" providerId="AD" clId="Web-{7DD94175-926D-0E3E-6897-6D2556225368}" dt="2025-10-10T17:11:51.401" v="80"/>
          <ac:picMkLst>
            <pc:docMk/>
            <pc:sldMk cId="1647620084" sldId="272"/>
            <ac:picMk id="4" creationId="{9DACCBF8-ED21-7037-440D-49E2E96E0DD0}"/>
          </ac:picMkLst>
        </pc:picChg>
        <pc:picChg chg="mod">
          <ac:chgData name="Mai-sophie Meng" userId="S::mm1207@duke.edu::2cbbaee7-b319-406a-9c70-46e19985abe0" providerId="AD" clId="Web-{7DD94175-926D-0E3E-6897-6D2556225368}" dt="2025-10-10T17:12:12.385" v="82" actId="688"/>
          <ac:picMkLst>
            <pc:docMk/>
            <pc:sldMk cId="1647620084" sldId="272"/>
            <ac:picMk id="5" creationId="{A8745D3B-6544-11CC-A9C7-4CBE33333BF4}"/>
          </ac:picMkLst>
        </pc:picChg>
        <pc:picChg chg="del">
          <ac:chgData name="Mai-sophie Meng" userId="S::mm1207@duke.edu::2cbbaee7-b319-406a-9c70-46e19985abe0" providerId="AD" clId="Web-{7DD94175-926D-0E3E-6897-6D2556225368}" dt="2025-10-10T17:12:35.510" v="83"/>
          <ac:picMkLst>
            <pc:docMk/>
            <pc:sldMk cId="1647620084" sldId="272"/>
            <ac:picMk id="6" creationId="{D3564582-4BEE-5679-EA8F-A32081DEF22E}"/>
          </ac:picMkLst>
        </pc:picChg>
        <pc:picChg chg="mod">
          <ac:chgData name="Mai-sophie Meng" userId="S::mm1207@duke.edu::2cbbaee7-b319-406a-9c70-46e19985abe0" providerId="AD" clId="Web-{7DD94175-926D-0E3E-6897-6D2556225368}" dt="2025-10-10T17:12:50.401" v="86" actId="1076"/>
          <ac:picMkLst>
            <pc:docMk/>
            <pc:sldMk cId="1647620084" sldId="272"/>
            <ac:picMk id="7" creationId="{A3946928-B2AC-039C-FF8F-858F5AFFB6AD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7:14:01.963" v="100" actId="1076"/>
        <pc:sldMkLst>
          <pc:docMk/>
          <pc:sldMk cId="4259702304" sldId="273"/>
        </pc:sldMkLst>
        <pc:spChg chg="mod">
          <ac:chgData name="Mai-sophie Meng" userId="S::mm1207@duke.edu::2cbbaee7-b319-406a-9c70-46e19985abe0" providerId="AD" clId="Web-{7DD94175-926D-0E3E-6897-6D2556225368}" dt="2025-10-10T17:14:01.963" v="100" actId="1076"/>
          <ac:spMkLst>
            <pc:docMk/>
            <pc:sldMk cId="4259702304" sldId="273"/>
            <ac:spMk id="8" creationId="{A5242781-3BE5-49C5-5742-8A2D2468674A}"/>
          </ac:spMkLst>
        </pc:spChg>
        <pc:picChg chg="mod">
          <ac:chgData name="Mai-sophie Meng" userId="S::mm1207@duke.edu::2cbbaee7-b319-406a-9c70-46e19985abe0" providerId="AD" clId="Web-{7DD94175-926D-0E3E-6897-6D2556225368}" dt="2025-10-10T17:13:54.682" v="99" actId="14100"/>
          <ac:picMkLst>
            <pc:docMk/>
            <pc:sldMk cId="4259702304" sldId="273"/>
            <ac:picMk id="4" creationId="{F3BB423E-B6C8-7FB6-D725-81239FBE0E06}"/>
          </ac:picMkLst>
        </pc:picChg>
        <pc:picChg chg="mod">
          <ac:chgData name="Mai-sophie Meng" userId="S::mm1207@duke.edu::2cbbaee7-b319-406a-9c70-46e19985abe0" providerId="AD" clId="Web-{7DD94175-926D-0E3E-6897-6D2556225368}" dt="2025-10-10T17:13:48.526" v="98" actId="1076"/>
          <ac:picMkLst>
            <pc:docMk/>
            <pc:sldMk cId="4259702304" sldId="273"/>
            <ac:picMk id="5" creationId="{87B2904D-18AE-F228-41F8-2A3F00C35323}"/>
          </ac:picMkLst>
        </pc:picChg>
        <pc:picChg chg="del">
          <ac:chgData name="Mai-sophie Meng" userId="S::mm1207@duke.edu::2cbbaee7-b319-406a-9c70-46e19985abe0" providerId="AD" clId="Web-{7DD94175-926D-0E3E-6897-6D2556225368}" dt="2025-10-10T17:13:36.619" v="93"/>
          <ac:picMkLst>
            <pc:docMk/>
            <pc:sldMk cId="4259702304" sldId="273"/>
            <ac:picMk id="6" creationId="{12C6D8F1-F413-A7EB-BA95-D055EA1DEBB6}"/>
          </ac:picMkLst>
        </pc:picChg>
        <pc:picChg chg="del">
          <ac:chgData name="Mai-sophie Meng" userId="S::mm1207@duke.edu::2cbbaee7-b319-406a-9c70-46e19985abe0" providerId="AD" clId="Web-{7DD94175-926D-0E3E-6897-6D2556225368}" dt="2025-10-10T17:13:37.744" v="94"/>
          <ac:picMkLst>
            <pc:docMk/>
            <pc:sldMk cId="4259702304" sldId="273"/>
            <ac:picMk id="7" creationId="{9D231432-7C68-DF82-D9AF-DE5C71FB3BF3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8:48:14.643" v="121" actId="688"/>
        <pc:sldMkLst>
          <pc:docMk/>
          <pc:sldMk cId="3298887374" sldId="274"/>
        </pc:sldMkLst>
        <pc:spChg chg="mod">
          <ac:chgData name="Mai-sophie Meng" userId="S::mm1207@duke.edu::2cbbaee7-b319-406a-9c70-46e19985abe0" providerId="AD" clId="Web-{7DD94175-926D-0E3E-6897-6D2556225368}" dt="2025-10-10T18:42:48.544" v="103" actId="20577"/>
          <ac:spMkLst>
            <pc:docMk/>
            <pc:sldMk cId="3298887374" sldId="274"/>
            <ac:spMk id="8" creationId="{784B373F-F587-100E-2B1E-7FEA547B2F4C}"/>
          </ac:spMkLst>
        </pc:spChg>
        <pc:picChg chg="mod">
          <ac:chgData name="Mai-sophie Meng" userId="S::mm1207@duke.edu::2cbbaee7-b319-406a-9c70-46e19985abe0" providerId="AD" clId="Web-{7DD94175-926D-0E3E-6897-6D2556225368}" dt="2025-10-10T18:43:03.607" v="105"/>
          <ac:picMkLst>
            <pc:docMk/>
            <pc:sldMk cId="3298887374" sldId="274"/>
            <ac:picMk id="4" creationId="{6C9A0C81-3E13-5202-6641-C33875BAC05A}"/>
          </ac:picMkLst>
        </pc:picChg>
        <pc:picChg chg="del">
          <ac:chgData name="Mai-sophie Meng" userId="S::mm1207@duke.edu::2cbbaee7-b319-406a-9c70-46e19985abe0" providerId="AD" clId="Web-{7DD94175-926D-0E3E-6897-6D2556225368}" dt="2025-10-10T18:42:52.529" v="104"/>
          <ac:picMkLst>
            <pc:docMk/>
            <pc:sldMk cId="3298887374" sldId="274"/>
            <ac:picMk id="5" creationId="{23A23153-CB9F-4716-7596-0D5040F7B3F7}"/>
          </ac:picMkLst>
        </pc:picChg>
        <pc:picChg chg="mod">
          <ac:chgData name="Mai-sophie Meng" userId="S::mm1207@duke.edu::2cbbaee7-b319-406a-9c70-46e19985abe0" providerId="AD" clId="Web-{7DD94175-926D-0E3E-6897-6D2556225368}" dt="2025-10-10T18:44:04.671" v="110"/>
          <ac:picMkLst>
            <pc:docMk/>
            <pc:sldMk cId="3298887374" sldId="274"/>
            <ac:picMk id="6" creationId="{D73CBF7F-82DA-4C0D-761B-64DDEDDEDCDE}"/>
          </ac:picMkLst>
        </pc:picChg>
        <pc:picChg chg="mod">
          <ac:chgData name="Mai-sophie Meng" userId="S::mm1207@duke.edu::2cbbaee7-b319-406a-9c70-46e19985abe0" providerId="AD" clId="Web-{7DD94175-926D-0E3E-6897-6D2556225368}" dt="2025-10-10T18:48:14.643" v="121" actId="688"/>
          <ac:picMkLst>
            <pc:docMk/>
            <pc:sldMk cId="3298887374" sldId="274"/>
            <ac:picMk id="7" creationId="{095BA054-E7C6-12B3-014D-9A33921502E6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8:50:10.948" v="131" actId="1076"/>
        <pc:sldMkLst>
          <pc:docMk/>
          <pc:sldMk cId="3052172321" sldId="275"/>
        </pc:sldMkLst>
        <pc:spChg chg="mod">
          <ac:chgData name="Mai-sophie Meng" userId="S::mm1207@duke.edu::2cbbaee7-b319-406a-9c70-46e19985abe0" providerId="AD" clId="Web-{7DD94175-926D-0E3E-6897-6D2556225368}" dt="2025-10-10T18:50:10.948" v="131" actId="1076"/>
          <ac:spMkLst>
            <pc:docMk/>
            <pc:sldMk cId="3052172321" sldId="275"/>
            <ac:spMk id="8" creationId="{02F6B853-840F-40D0-3D04-3302BAE05A04}"/>
          </ac:spMkLst>
        </pc:spChg>
        <pc:picChg chg="mod">
          <ac:chgData name="Mai-sophie Meng" userId="S::mm1207@duke.edu::2cbbaee7-b319-406a-9c70-46e19985abe0" providerId="AD" clId="Web-{7DD94175-926D-0E3E-6897-6D2556225368}" dt="2025-10-10T18:49:58.369" v="129" actId="1076"/>
          <ac:picMkLst>
            <pc:docMk/>
            <pc:sldMk cId="3052172321" sldId="275"/>
            <ac:picMk id="4" creationId="{39CA77F3-5D0C-EA97-1FDE-0DBBE535D85B}"/>
          </ac:picMkLst>
        </pc:picChg>
        <pc:picChg chg="del">
          <ac:chgData name="Mai-sophie Meng" userId="S::mm1207@duke.edu::2cbbaee7-b319-406a-9c70-46e19985abe0" providerId="AD" clId="Web-{7DD94175-926D-0E3E-6897-6D2556225368}" dt="2025-10-10T18:47:57.034" v="120"/>
          <ac:picMkLst>
            <pc:docMk/>
            <pc:sldMk cId="3052172321" sldId="275"/>
            <ac:picMk id="5" creationId="{E155D722-F3A4-EFA2-AE40-B71D05ECF831}"/>
          </ac:picMkLst>
        </pc:picChg>
        <pc:picChg chg="del">
          <ac:chgData name="Mai-sophie Meng" userId="S::mm1207@duke.edu::2cbbaee7-b319-406a-9c70-46e19985abe0" providerId="AD" clId="Web-{7DD94175-926D-0E3E-6897-6D2556225368}" dt="2025-10-10T18:47:55.377" v="119"/>
          <ac:picMkLst>
            <pc:docMk/>
            <pc:sldMk cId="3052172321" sldId="275"/>
            <ac:picMk id="6" creationId="{FB189305-6449-D14F-BDE7-3F27C3B667F9}"/>
          </ac:picMkLst>
        </pc:picChg>
        <pc:picChg chg="mod">
          <ac:chgData name="Mai-sophie Meng" userId="S::mm1207@duke.edu::2cbbaee7-b319-406a-9c70-46e19985abe0" providerId="AD" clId="Web-{7DD94175-926D-0E3E-6897-6D2556225368}" dt="2025-10-10T18:49:54.321" v="127" actId="14100"/>
          <ac:picMkLst>
            <pc:docMk/>
            <pc:sldMk cId="3052172321" sldId="275"/>
            <ac:picMk id="7" creationId="{E1B6CAE7-9306-41EE-0C22-BBD8DFACA1EA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18:51:46.098" v="140"/>
        <pc:sldMkLst>
          <pc:docMk/>
          <pc:sldMk cId="3899960739" sldId="276"/>
        </pc:sldMkLst>
        <pc:spChg chg="mod">
          <ac:chgData name="Mai-sophie Meng" userId="S::mm1207@duke.edu::2cbbaee7-b319-406a-9c70-46e19985abe0" providerId="AD" clId="Web-{7DD94175-926D-0E3E-6897-6D2556225368}" dt="2025-10-10T18:50:36.779" v="136" actId="20577"/>
          <ac:spMkLst>
            <pc:docMk/>
            <pc:sldMk cId="3899960739" sldId="276"/>
            <ac:spMk id="8" creationId="{01C69F41-04D8-3A01-F6E5-AE1B3C43A6B6}"/>
          </ac:spMkLst>
        </pc:spChg>
        <pc:picChg chg="mod">
          <ac:chgData name="Mai-sophie Meng" userId="S::mm1207@duke.edu::2cbbaee7-b319-406a-9c70-46e19985abe0" providerId="AD" clId="Web-{7DD94175-926D-0E3E-6897-6D2556225368}" dt="2025-10-10T18:50:51.468" v="137"/>
          <ac:picMkLst>
            <pc:docMk/>
            <pc:sldMk cId="3899960739" sldId="276"/>
            <ac:picMk id="4" creationId="{4A707E4F-3E96-AE7F-EDAD-99BE715381A7}"/>
          </ac:picMkLst>
        </pc:picChg>
        <pc:picChg chg="mod">
          <ac:chgData name="Mai-sophie Meng" userId="S::mm1207@duke.edu::2cbbaee7-b319-406a-9c70-46e19985abe0" providerId="AD" clId="Web-{7DD94175-926D-0E3E-6897-6D2556225368}" dt="2025-10-10T18:51:34.003" v="138"/>
          <ac:picMkLst>
            <pc:docMk/>
            <pc:sldMk cId="3899960739" sldId="276"/>
            <ac:picMk id="5" creationId="{233626C6-EDAF-5DFB-7788-7F8515673B11}"/>
          </ac:picMkLst>
        </pc:picChg>
        <pc:picChg chg="del">
          <ac:chgData name="Mai-sophie Meng" userId="S::mm1207@duke.edu::2cbbaee7-b319-406a-9c70-46e19985abe0" providerId="AD" clId="Web-{7DD94175-926D-0E3E-6897-6D2556225368}" dt="2025-10-10T18:51:35.925" v="139"/>
          <ac:picMkLst>
            <pc:docMk/>
            <pc:sldMk cId="3899960739" sldId="276"/>
            <ac:picMk id="6" creationId="{4B7CDDCC-0600-38E4-99BB-BAC0A2C2E06E}"/>
          </ac:picMkLst>
        </pc:picChg>
        <pc:picChg chg="mod">
          <ac:chgData name="Mai-sophie Meng" userId="S::mm1207@duke.edu::2cbbaee7-b319-406a-9c70-46e19985abe0" providerId="AD" clId="Web-{7DD94175-926D-0E3E-6897-6D2556225368}" dt="2025-10-10T18:51:46.098" v="140"/>
          <ac:picMkLst>
            <pc:docMk/>
            <pc:sldMk cId="3899960739" sldId="276"/>
            <ac:picMk id="7" creationId="{4E843872-C9FC-B217-B867-BBF81E51E373}"/>
          </ac:picMkLst>
        </pc:picChg>
      </pc:sldChg>
      <pc:sldChg chg="modSp add replId">
        <pc:chgData name="Mai-sophie Meng" userId="S::mm1207@duke.edu::2cbbaee7-b319-406a-9c70-46e19985abe0" providerId="AD" clId="Web-{7DD94175-926D-0E3E-6897-6D2556225368}" dt="2025-10-10T18:52:44.352" v="149"/>
        <pc:sldMkLst>
          <pc:docMk/>
          <pc:sldMk cId="3103402916" sldId="277"/>
        </pc:sldMkLst>
        <pc:spChg chg="mod">
          <ac:chgData name="Mai-sophie Meng" userId="S::mm1207@duke.edu::2cbbaee7-b319-406a-9c70-46e19985abe0" providerId="AD" clId="Web-{7DD94175-926D-0E3E-6897-6D2556225368}" dt="2025-10-10T18:52:05.740" v="144" actId="20577"/>
          <ac:spMkLst>
            <pc:docMk/>
            <pc:sldMk cId="3103402916" sldId="277"/>
            <ac:spMk id="8" creationId="{93775DB5-5DFE-2D83-D27E-C864D54DCD5C}"/>
          </ac:spMkLst>
        </pc:spChg>
        <pc:picChg chg="mod">
          <ac:chgData name="Mai-sophie Meng" userId="S::mm1207@duke.edu::2cbbaee7-b319-406a-9c70-46e19985abe0" providerId="AD" clId="Web-{7DD94175-926D-0E3E-6897-6D2556225368}" dt="2025-10-10T18:52:15.178" v="145"/>
          <ac:picMkLst>
            <pc:docMk/>
            <pc:sldMk cId="3103402916" sldId="277"/>
            <ac:picMk id="4" creationId="{31E29E50-7823-FF92-4573-BFFAB7C959CF}"/>
          </ac:picMkLst>
        </pc:picChg>
        <pc:picChg chg="mod">
          <ac:chgData name="Mai-sophie Meng" userId="S::mm1207@duke.edu::2cbbaee7-b319-406a-9c70-46e19985abe0" providerId="AD" clId="Web-{7DD94175-926D-0E3E-6897-6D2556225368}" dt="2025-10-10T18:52:28.351" v="146"/>
          <ac:picMkLst>
            <pc:docMk/>
            <pc:sldMk cId="3103402916" sldId="277"/>
            <ac:picMk id="5" creationId="{702633B1-78DB-9519-51B3-8A075563C1A0}"/>
          </ac:picMkLst>
        </pc:picChg>
        <pc:picChg chg="mod">
          <ac:chgData name="Mai-sophie Meng" userId="S::mm1207@duke.edu::2cbbaee7-b319-406a-9c70-46e19985abe0" providerId="AD" clId="Web-{7DD94175-926D-0E3E-6897-6D2556225368}" dt="2025-10-10T18:52:44.352" v="149"/>
          <ac:picMkLst>
            <pc:docMk/>
            <pc:sldMk cId="3103402916" sldId="277"/>
            <ac:picMk id="7" creationId="{0B27AA8C-B988-76E3-4B64-B2C89E49D369}"/>
          </ac:picMkLst>
        </pc:picChg>
      </pc:sldChg>
      <pc:sldChg chg="modSp add replId">
        <pc:chgData name="Mai-sophie Meng" userId="S::mm1207@duke.edu::2cbbaee7-b319-406a-9c70-46e19985abe0" providerId="AD" clId="Web-{7DD94175-926D-0E3E-6897-6D2556225368}" dt="2025-10-10T19:31:15.136" v="159"/>
        <pc:sldMkLst>
          <pc:docMk/>
          <pc:sldMk cId="2619366311" sldId="278"/>
        </pc:sldMkLst>
        <pc:spChg chg="mod">
          <ac:chgData name="Mai-sophie Meng" userId="S::mm1207@duke.edu::2cbbaee7-b319-406a-9c70-46e19985abe0" providerId="AD" clId="Web-{7DD94175-926D-0E3E-6897-6D2556225368}" dt="2025-10-10T18:53:18.573" v="151" actId="20577"/>
          <ac:spMkLst>
            <pc:docMk/>
            <pc:sldMk cId="2619366311" sldId="278"/>
            <ac:spMk id="8" creationId="{A4113A82-6476-9640-D43D-194DFD86B31A}"/>
          </ac:spMkLst>
        </pc:spChg>
        <pc:picChg chg="mod">
          <ac:chgData name="Mai-sophie Meng" userId="S::mm1207@duke.edu::2cbbaee7-b319-406a-9c70-46e19985abe0" providerId="AD" clId="Web-{7DD94175-926D-0E3E-6897-6D2556225368}" dt="2025-10-10T19:29:20.088" v="152"/>
          <ac:picMkLst>
            <pc:docMk/>
            <pc:sldMk cId="2619366311" sldId="278"/>
            <ac:picMk id="4" creationId="{3AA840A2-0BEF-992E-7027-BEC6453B5B6E}"/>
          </ac:picMkLst>
        </pc:picChg>
        <pc:picChg chg="mod">
          <ac:chgData name="Mai-sophie Meng" userId="S::mm1207@duke.edu::2cbbaee7-b319-406a-9c70-46e19985abe0" providerId="AD" clId="Web-{7DD94175-926D-0E3E-6897-6D2556225368}" dt="2025-10-10T19:30:44.433" v="158"/>
          <ac:picMkLst>
            <pc:docMk/>
            <pc:sldMk cId="2619366311" sldId="278"/>
            <ac:picMk id="5" creationId="{FF532097-6D8B-79EA-D5F5-E166CF2106CF}"/>
          </ac:picMkLst>
        </pc:picChg>
        <pc:picChg chg="mod">
          <ac:chgData name="Mai-sophie Meng" userId="S::mm1207@duke.edu::2cbbaee7-b319-406a-9c70-46e19985abe0" providerId="AD" clId="Web-{7DD94175-926D-0E3E-6897-6D2556225368}" dt="2025-10-10T19:31:15.136" v="159"/>
          <ac:picMkLst>
            <pc:docMk/>
            <pc:sldMk cId="2619366311" sldId="278"/>
            <ac:picMk id="7" creationId="{6CD6A141-8AC1-2B13-3AAB-7625C9D93B5D}"/>
          </ac:picMkLst>
        </pc:picChg>
      </pc:sldChg>
      <pc:sldChg chg="addSp modSp add replId">
        <pc:chgData name="Mai-sophie Meng" userId="S::mm1207@duke.edu::2cbbaee7-b319-406a-9c70-46e19985abe0" providerId="AD" clId="Web-{7DD94175-926D-0E3E-6897-6D2556225368}" dt="2025-10-10T19:32:59.357" v="169"/>
        <pc:sldMkLst>
          <pc:docMk/>
          <pc:sldMk cId="3796516703" sldId="279"/>
        </pc:sldMkLst>
        <pc:spChg chg="mod">
          <ac:chgData name="Mai-sophie Meng" userId="S::mm1207@duke.edu::2cbbaee7-b319-406a-9c70-46e19985abe0" providerId="AD" clId="Web-{7DD94175-926D-0E3E-6897-6D2556225368}" dt="2025-10-10T19:31:46.043" v="162" actId="20577"/>
          <ac:spMkLst>
            <pc:docMk/>
            <pc:sldMk cId="3796516703" sldId="279"/>
            <ac:spMk id="8" creationId="{89D9F8EB-7DE9-E721-95DC-613FCA900EC5}"/>
          </ac:spMkLst>
        </pc:spChg>
        <pc:picChg chg="add mod">
          <ac:chgData name="Mai-sophie Meng" userId="S::mm1207@duke.edu::2cbbaee7-b319-406a-9c70-46e19985abe0" providerId="AD" clId="Web-{7DD94175-926D-0E3E-6897-6D2556225368}" dt="2025-10-10T19:32:49.435" v="168"/>
          <ac:picMkLst>
            <pc:docMk/>
            <pc:sldMk cId="3796516703" sldId="279"/>
            <ac:picMk id="2" creationId="{4BA5C2A9-04AE-AB50-D43B-7B13BDB12DD8}"/>
          </ac:picMkLst>
        </pc:picChg>
        <pc:picChg chg="mod">
          <ac:chgData name="Mai-sophie Meng" userId="S::mm1207@duke.edu::2cbbaee7-b319-406a-9c70-46e19985abe0" providerId="AD" clId="Web-{7DD94175-926D-0E3E-6897-6D2556225368}" dt="2025-10-10T19:32:01.543" v="163"/>
          <ac:picMkLst>
            <pc:docMk/>
            <pc:sldMk cId="3796516703" sldId="279"/>
            <ac:picMk id="4" creationId="{206B53B2-8532-40F3-66DA-5074CF8F999C}"/>
          </ac:picMkLst>
        </pc:picChg>
        <pc:picChg chg="mod">
          <ac:chgData name="Mai-sophie Meng" userId="S::mm1207@duke.edu::2cbbaee7-b319-406a-9c70-46e19985abe0" providerId="AD" clId="Web-{7DD94175-926D-0E3E-6897-6D2556225368}" dt="2025-10-10T19:32:21.809" v="164"/>
          <ac:picMkLst>
            <pc:docMk/>
            <pc:sldMk cId="3796516703" sldId="279"/>
            <ac:picMk id="5" creationId="{5967047B-8CE3-516E-39C6-7F75CDC301FC}"/>
          </ac:picMkLst>
        </pc:picChg>
        <pc:picChg chg="mod">
          <ac:chgData name="Mai-sophie Meng" userId="S::mm1207@duke.edu::2cbbaee7-b319-406a-9c70-46e19985abe0" providerId="AD" clId="Web-{7DD94175-926D-0E3E-6897-6D2556225368}" dt="2025-10-10T19:32:59.357" v="169"/>
          <ac:picMkLst>
            <pc:docMk/>
            <pc:sldMk cId="3796516703" sldId="279"/>
            <ac:picMk id="7" creationId="{6700FC26-3050-DC5E-7A85-8D1FED10B494}"/>
          </ac:picMkLst>
        </pc:picChg>
      </pc:sldChg>
      <pc:sldChg chg="addSp delSp modSp add replId">
        <pc:chgData name="Mai-sophie Meng" userId="S::mm1207@duke.edu::2cbbaee7-b319-406a-9c70-46e19985abe0" providerId="AD" clId="Web-{7DD94175-926D-0E3E-6897-6D2556225368}" dt="2025-10-10T19:42:05.275" v="178"/>
        <pc:sldMkLst>
          <pc:docMk/>
          <pc:sldMk cId="1249930199" sldId="280"/>
        </pc:sldMkLst>
        <pc:spChg chg="mod">
          <ac:chgData name="Mai-sophie Meng" userId="S::mm1207@duke.edu::2cbbaee7-b319-406a-9c70-46e19985abe0" providerId="AD" clId="Web-{7DD94175-926D-0E3E-6897-6D2556225368}" dt="2025-10-10T19:40:15.814" v="172" actId="20577"/>
          <ac:spMkLst>
            <pc:docMk/>
            <pc:sldMk cId="1249930199" sldId="280"/>
            <ac:spMk id="8" creationId="{E5342EA3-A3AE-D02D-3B68-CC62F310A61D}"/>
          </ac:spMkLst>
        </pc:spChg>
        <pc:graphicFrameChg chg="add del mod">
          <ac:chgData name="Mai-sophie Meng" userId="S::mm1207@duke.edu::2cbbaee7-b319-406a-9c70-46e19985abe0" providerId="AD" clId="Web-{7DD94175-926D-0E3E-6897-6D2556225368}" dt="2025-10-10T19:42:05.275" v="178"/>
          <ac:graphicFrameMkLst>
            <pc:docMk/>
            <pc:sldMk cId="1249930199" sldId="280"/>
            <ac:graphicFrameMk id="6" creationId="{63A24B97-F1F6-5E22-4B4F-08308C6585C3}"/>
          </ac:graphicFrameMkLst>
        </pc:graphicFrameChg>
        <pc:picChg chg="mod">
          <ac:chgData name="Mai-sophie Meng" userId="S::mm1207@duke.edu::2cbbaee7-b319-406a-9c70-46e19985abe0" providerId="AD" clId="Web-{7DD94175-926D-0E3E-6897-6D2556225368}" dt="2025-10-10T19:41:31.804" v="175"/>
          <ac:picMkLst>
            <pc:docMk/>
            <pc:sldMk cId="1249930199" sldId="280"/>
            <ac:picMk id="2" creationId="{3DECA623-2B1F-8958-E4A6-228C3387C356}"/>
          </ac:picMkLst>
        </pc:picChg>
        <pc:picChg chg="mod">
          <ac:chgData name="Mai-sophie Meng" userId="S::mm1207@duke.edu::2cbbaee7-b319-406a-9c70-46e19985abe0" providerId="AD" clId="Web-{7DD94175-926D-0E3E-6897-6D2556225368}" dt="2025-10-10T19:40:32.674" v="173"/>
          <ac:picMkLst>
            <pc:docMk/>
            <pc:sldMk cId="1249930199" sldId="280"/>
            <ac:picMk id="4" creationId="{99FDC1FB-865D-562A-E037-079E242344BA}"/>
          </ac:picMkLst>
        </pc:picChg>
        <pc:picChg chg="mod">
          <ac:chgData name="Mai-sophie Meng" userId="S::mm1207@duke.edu::2cbbaee7-b319-406a-9c70-46e19985abe0" providerId="AD" clId="Web-{7DD94175-926D-0E3E-6897-6D2556225368}" dt="2025-10-10T19:40:50.113" v="174"/>
          <ac:picMkLst>
            <pc:docMk/>
            <pc:sldMk cId="1249930199" sldId="280"/>
            <ac:picMk id="5" creationId="{9CDEFD38-57A5-A77F-5EC5-64EA03CA7D00}"/>
          </ac:picMkLst>
        </pc:picChg>
        <pc:picChg chg="mod">
          <ac:chgData name="Mai-sophie Meng" userId="S::mm1207@duke.edu::2cbbaee7-b319-406a-9c70-46e19985abe0" providerId="AD" clId="Web-{7DD94175-926D-0E3E-6897-6D2556225368}" dt="2025-10-10T19:41:48.571" v="176"/>
          <ac:picMkLst>
            <pc:docMk/>
            <pc:sldMk cId="1249930199" sldId="280"/>
            <ac:picMk id="7" creationId="{CA03F80C-2954-F5FE-03FB-1C5BB22902C0}"/>
          </ac:picMkLst>
        </pc:picChg>
      </pc:sldChg>
      <pc:sldChg chg="modSp add replId">
        <pc:chgData name="Mai-sophie Meng" userId="S::mm1207@duke.edu::2cbbaee7-b319-406a-9c70-46e19985abe0" providerId="AD" clId="Web-{7DD94175-926D-0E3E-6897-6D2556225368}" dt="2025-10-10T20:23:59.486" v="186" actId="14100"/>
        <pc:sldMkLst>
          <pc:docMk/>
          <pc:sldMk cId="153862106" sldId="281"/>
        </pc:sldMkLst>
        <pc:spChg chg="mod">
          <ac:chgData name="Mai-sophie Meng" userId="S::mm1207@duke.edu::2cbbaee7-b319-406a-9c70-46e19985abe0" providerId="AD" clId="Web-{7DD94175-926D-0E3E-6897-6D2556225368}" dt="2025-10-10T19:42:17.526" v="180" actId="20577"/>
          <ac:spMkLst>
            <pc:docMk/>
            <pc:sldMk cId="153862106" sldId="281"/>
            <ac:spMk id="8" creationId="{CC49033F-DF5D-1AA5-ADBA-7FDBE86F3C49}"/>
          </ac:spMkLst>
        </pc:spChg>
        <pc:picChg chg="mod">
          <ac:chgData name="Mai-sophie Meng" userId="S::mm1207@duke.edu::2cbbaee7-b319-406a-9c70-46e19985abe0" providerId="AD" clId="Web-{7DD94175-926D-0E3E-6897-6D2556225368}" dt="2025-10-10T20:23:28.251" v="183"/>
          <ac:picMkLst>
            <pc:docMk/>
            <pc:sldMk cId="153862106" sldId="281"/>
            <ac:picMk id="2" creationId="{BF888FB2-1AC8-B3DA-D965-2806F3BE35E1}"/>
          </ac:picMkLst>
        </pc:picChg>
        <pc:picChg chg="mod">
          <ac:chgData name="Mai-sophie Meng" userId="S::mm1207@duke.edu::2cbbaee7-b319-406a-9c70-46e19985abe0" providerId="AD" clId="Web-{7DD94175-926D-0E3E-6897-6D2556225368}" dt="2025-10-10T20:22:25.595" v="181"/>
          <ac:picMkLst>
            <pc:docMk/>
            <pc:sldMk cId="153862106" sldId="281"/>
            <ac:picMk id="4" creationId="{57A113E5-ED89-4AB8-800A-DC6E95E632C3}"/>
          </ac:picMkLst>
        </pc:picChg>
        <pc:picChg chg="mod">
          <ac:chgData name="Mai-sophie Meng" userId="S::mm1207@duke.edu::2cbbaee7-b319-406a-9c70-46e19985abe0" providerId="AD" clId="Web-{7DD94175-926D-0E3E-6897-6D2556225368}" dt="2025-10-10T20:22:51.907" v="182"/>
          <ac:picMkLst>
            <pc:docMk/>
            <pc:sldMk cId="153862106" sldId="281"/>
            <ac:picMk id="5" creationId="{2A00822E-2AE3-CA61-98D3-5DC8FC571E34}"/>
          </ac:picMkLst>
        </pc:picChg>
        <pc:picChg chg="mod">
          <ac:chgData name="Mai-sophie Meng" userId="S::mm1207@duke.edu::2cbbaee7-b319-406a-9c70-46e19985abe0" providerId="AD" clId="Web-{7DD94175-926D-0E3E-6897-6D2556225368}" dt="2025-10-10T20:23:59.486" v="186" actId="14100"/>
          <ac:picMkLst>
            <pc:docMk/>
            <pc:sldMk cId="153862106" sldId="281"/>
            <ac:picMk id="7" creationId="{64E5ED5C-A437-CA67-5D91-70AF80ED1F54}"/>
          </ac:picMkLst>
        </pc:picChg>
      </pc:sldChg>
      <pc:sldChg chg="modSp add replId">
        <pc:chgData name="Mai-sophie Meng" userId="S::mm1207@duke.edu::2cbbaee7-b319-406a-9c70-46e19985abe0" providerId="AD" clId="Web-{7DD94175-926D-0E3E-6897-6D2556225368}" dt="2025-10-10T20:25:32.205" v="198"/>
        <pc:sldMkLst>
          <pc:docMk/>
          <pc:sldMk cId="3990672823" sldId="282"/>
        </pc:sldMkLst>
        <pc:spChg chg="mod">
          <ac:chgData name="Mai-sophie Meng" userId="S::mm1207@duke.edu::2cbbaee7-b319-406a-9c70-46e19985abe0" providerId="AD" clId="Web-{7DD94175-926D-0E3E-6897-6D2556225368}" dt="2025-10-10T20:24:30.017" v="192" actId="20577"/>
          <ac:spMkLst>
            <pc:docMk/>
            <pc:sldMk cId="3990672823" sldId="282"/>
            <ac:spMk id="8" creationId="{1DECBFE3-F737-FB0E-A34A-3C64AA3F8151}"/>
          </ac:spMkLst>
        </pc:spChg>
        <pc:picChg chg="mod">
          <ac:chgData name="Mai-sophie Meng" userId="S::mm1207@duke.edu::2cbbaee7-b319-406a-9c70-46e19985abe0" providerId="AD" clId="Web-{7DD94175-926D-0E3E-6897-6D2556225368}" dt="2025-10-10T20:25:21.799" v="197"/>
          <ac:picMkLst>
            <pc:docMk/>
            <pc:sldMk cId="3990672823" sldId="282"/>
            <ac:picMk id="2" creationId="{816C3AFE-A0F6-DC8C-1C44-9818FC5606C6}"/>
          </ac:picMkLst>
        </pc:picChg>
        <pc:picChg chg="mod">
          <ac:chgData name="Mai-sophie Meng" userId="S::mm1207@duke.edu::2cbbaee7-b319-406a-9c70-46e19985abe0" providerId="AD" clId="Web-{7DD94175-926D-0E3E-6897-6D2556225368}" dt="2025-10-10T20:24:50.767" v="193"/>
          <ac:picMkLst>
            <pc:docMk/>
            <pc:sldMk cId="3990672823" sldId="282"/>
            <ac:picMk id="4" creationId="{8B95FEF1-D68A-9F36-0CF6-330791ABD835}"/>
          </ac:picMkLst>
        </pc:picChg>
        <pc:picChg chg="mod">
          <ac:chgData name="Mai-sophie Meng" userId="S::mm1207@duke.edu::2cbbaee7-b319-406a-9c70-46e19985abe0" providerId="AD" clId="Web-{7DD94175-926D-0E3E-6897-6D2556225368}" dt="2025-10-10T20:25:04.502" v="195" actId="688"/>
          <ac:picMkLst>
            <pc:docMk/>
            <pc:sldMk cId="3990672823" sldId="282"/>
            <ac:picMk id="5" creationId="{739E70B6-1F9A-D147-1C2A-F710E7D51F8E}"/>
          </ac:picMkLst>
        </pc:picChg>
        <pc:picChg chg="mod">
          <ac:chgData name="Mai-sophie Meng" userId="S::mm1207@duke.edu::2cbbaee7-b319-406a-9c70-46e19985abe0" providerId="AD" clId="Web-{7DD94175-926D-0E3E-6897-6D2556225368}" dt="2025-10-10T20:25:32.205" v="198"/>
          <ac:picMkLst>
            <pc:docMk/>
            <pc:sldMk cId="3990672823" sldId="282"/>
            <ac:picMk id="7" creationId="{C9D25C74-4C54-A7B2-AECA-7002E8CBB060}"/>
          </ac:picMkLst>
        </pc:picChg>
      </pc:sldChg>
      <pc:sldChg chg="delSp modSp add replId">
        <pc:chgData name="Mai-sophie Meng" userId="S::mm1207@duke.edu::2cbbaee7-b319-406a-9c70-46e19985abe0" providerId="AD" clId="Web-{7DD94175-926D-0E3E-6897-6D2556225368}" dt="2025-10-10T20:26:31.440" v="206" actId="688"/>
        <pc:sldMkLst>
          <pc:docMk/>
          <pc:sldMk cId="396943241" sldId="283"/>
        </pc:sldMkLst>
        <pc:spChg chg="mod">
          <ac:chgData name="Mai-sophie Meng" userId="S::mm1207@duke.edu::2cbbaee7-b319-406a-9c70-46e19985abe0" providerId="AD" clId="Web-{7DD94175-926D-0E3E-6897-6D2556225368}" dt="2025-10-10T20:25:43.955" v="200" actId="20577"/>
          <ac:spMkLst>
            <pc:docMk/>
            <pc:sldMk cId="396943241" sldId="283"/>
            <ac:spMk id="8" creationId="{4E47CFD0-8EF1-1C05-57FF-33DF28205492}"/>
          </ac:spMkLst>
        </pc:spChg>
        <pc:picChg chg="del">
          <ac:chgData name="Mai-sophie Meng" userId="S::mm1207@duke.edu::2cbbaee7-b319-406a-9c70-46e19985abe0" providerId="AD" clId="Web-{7DD94175-926D-0E3E-6897-6D2556225368}" dt="2025-10-10T20:26:18.471" v="204"/>
          <ac:picMkLst>
            <pc:docMk/>
            <pc:sldMk cId="396943241" sldId="283"/>
            <ac:picMk id="2" creationId="{BC7629AA-8EF6-1B86-76B5-DAE419225FB9}"/>
          </ac:picMkLst>
        </pc:picChg>
        <pc:picChg chg="mod">
          <ac:chgData name="Mai-sophie Meng" userId="S::mm1207@duke.edu::2cbbaee7-b319-406a-9c70-46e19985abe0" providerId="AD" clId="Web-{7DD94175-926D-0E3E-6897-6D2556225368}" dt="2025-10-10T20:26:02.049" v="201"/>
          <ac:picMkLst>
            <pc:docMk/>
            <pc:sldMk cId="396943241" sldId="283"/>
            <ac:picMk id="4" creationId="{20ABAA84-5254-7F92-324C-527B1F8D09E9}"/>
          </ac:picMkLst>
        </pc:picChg>
        <pc:picChg chg="mod">
          <ac:chgData name="Mai-sophie Meng" userId="S::mm1207@duke.edu::2cbbaee7-b319-406a-9c70-46e19985abe0" providerId="AD" clId="Web-{7DD94175-926D-0E3E-6897-6D2556225368}" dt="2025-10-10T20:26:16.580" v="203" actId="688"/>
          <ac:picMkLst>
            <pc:docMk/>
            <pc:sldMk cId="396943241" sldId="283"/>
            <ac:picMk id="5" creationId="{CA2F13EA-78C7-7183-8CCF-D6651FCF92F4}"/>
          </ac:picMkLst>
        </pc:picChg>
        <pc:picChg chg="mod">
          <ac:chgData name="Mai-sophie Meng" userId="S::mm1207@duke.edu::2cbbaee7-b319-406a-9c70-46e19985abe0" providerId="AD" clId="Web-{7DD94175-926D-0E3E-6897-6D2556225368}" dt="2025-10-10T20:26:31.440" v="206" actId="688"/>
          <ac:picMkLst>
            <pc:docMk/>
            <pc:sldMk cId="396943241" sldId="283"/>
            <ac:picMk id="7" creationId="{8927B639-84D5-AA33-BDB8-F0BF40F557A3}"/>
          </ac:picMkLst>
        </pc:picChg>
      </pc:sldChg>
    </pc:docChg>
  </pc:docChgLst>
  <pc:docChgLst>
    <pc:chgData clId="Web-{7DD94175-926D-0E3E-6897-6D2556225368}"/>
    <pc:docChg chg="modSld">
      <pc:chgData name="" userId="" providerId="" clId="Web-{7DD94175-926D-0E3E-6897-6D2556225368}" dt="2025-10-10T16:47:14.222" v="1"/>
      <pc:docMkLst>
        <pc:docMk/>
      </pc:docMkLst>
      <pc:sldChg chg="delSp modSp">
        <pc:chgData name="" userId="" providerId="" clId="Web-{7DD94175-926D-0E3E-6897-6D2556225368}" dt="2025-10-10T16:47:14.222" v="1"/>
        <pc:sldMkLst>
          <pc:docMk/>
          <pc:sldMk cId="109857222" sldId="256"/>
        </pc:sldMkLst>
        <pc:spChg chg="del mod">
          <ac:chgData name="" userId="" providerId="" clId="Web-{7DD94175-926D-0E3E-6897-6D2556225368}" dt="2025-10-10T16:47:14.222" v="1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806F5B-A7EE-948E-2588-25847029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2432"/>
            <a:ext cx="3411838" cy="3425568"/>
          </a:xfrm>
          <a:prstGeom prst="rect">
            <a:avLst/>
          </a:prstGeom>
        </p:spPr>
      </p:pic>
      <p:pic>
        <p:nvPicPr>
          <p:cNvPr id="5" name="Picture 4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66D88181-A83E-DB67-6B86-DA47D2F9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4408958" y="3403256"/>
            <a:ext cx="3542273" cy="3459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0CA45C-13FE-38E7-4806-6463ECBE7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400378" y="17162"/>
            <a:ext cx="3411838" cy="3411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FEB16A-FFCA-E6C3-7A6F-A4D36887A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31905" y="22310"/>
            <a:ext cx="3507947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FFC268-30F4-63AF-90E0-258F532ED6B8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Site 1 – Block 1 – Plot 1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3902-F36A-F28F-917D-8DC267DE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777F4C0A-C9CC-D980-79DD-DD4F82E8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546267" y="-230084"/>
            <a:ext cx="3631870" cy="3612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8DBEF-48B9-B1E5-C2F7-E3C73719F311}"/>
              </a:ext>
            </a:extLst>
          </p:cNvPr>
          <p:cNvSpPr txBox="1"/>
          <p:nvPr/>
        </p:nvSpPr>
        <p:spPr>
          <a:xfrm>
            <a:off x="8847117" y="1444831"/>
            <a:ext cx="31271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1 – Block 1 – Plot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7E901-FCA1-7E25-0429-65FE70CB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36" y="3057896"/>
            <a:ext cx="3760520" cy="378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4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F43BE-2737-26AC-3A96-FFFF8A4D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776CE8-1A12-8C3E-6849-71BB2EE2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39FFC-2646-D554-25D2-6B8A84C8E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48523FCA-947B-F228-59D1-2E92479D2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400378" y="17162"/>
            <a:ext cx="3411838" cy="3411838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7BA7F9B4-05EA-534F-940F-720CAABB1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52AC46-96A7-C609-3225-38007EE0028C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1 – Plot 3 </a:t>
            </a:r>
          </a:p>
        </p:txBody>
      </p:sp>
    </p:spTree>
    <p:extLst>
      <p:ext uri="{BB962C8B-B14F-4D97-AF65-F5344CB8AC3E}">
        <p14:creationId xmlns:p14="http://schemas.microsoft.com/office/powerpoint/2010/main" val="394629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DA9E-557C-9DCA-F324-435EB0B1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8FEBF8D2-F935-17A5-63AC-981E6909C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6BB84-B991-672B-7355-A3659AB3F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CF5DBC-6EA0-023E-B920-79CBD3378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3667C1-2F60-70A4-79E5-56E3EBACE47D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1 – Plot 4 </a:t>
            </a:r>
          </a:p>
        </p:txBody>
      </p:sp>
    </p:spTree>
    <p:extLst>
      <p:ext uri="{BB962C8B-B14F-4D97-AF65-F5344CB8AC3E}">
        <p14:creationId xmlns:p14="http://schemas.microsoft.com/office/powerpoint/2010/main" val="155107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1AD3-6F78-8BDF-1CE3-D9ED7EF5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ACCBF8-ED21-7037-440D-49E2E96E0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745D3B-6544-11CC-A9C7-4CBE3333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46928-B2AC-039C-FF8F-858F5AFFB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08759" y="2518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D56695-3F2D-1397-E094-C49F2DE7C0D8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2 – Plot 1</a:t>
            </a:r>
          </a:p>
        </p:txBody>
      </p:sp>
    </p:spTree>
    <p:extLst>
      <p:ext uri="{BB962C8B-B14F-4D97-AF65-F5344CB8AC3E}">
        <p14:creationId xmlns:p14="http://schemas.microsoft.com/office/powerpoint/2010/main" val="164762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CD810-6AE1-3485-7F37-EFF1802B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B423E-B6C8-7FB6-D725-81239FBE0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28" y="1202779"/>
            <a:ext cx="4193629" cy="4213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2904D-18AE-F228-41F8-2A3F00C35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148" y="1265698"/>
            <a:ext cx="4192204" cy="4192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242781-3BE5-49C5-5742-8A2D2468674A}"/>
              </a:ext>
            </a:extLst>
          </p:cNvPr>
          <p:cNvSpPr txBox="1"/>
          <p:nvPr/>
        </p:nvSpPr>
        <p:spPr>
          <a:xfrm>
            <a:off x="8635910" y="2064987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2 – Plot 2</a:t>
            </a:r>
          </a:p>
        </p:txBody>
      </p:sp>
    </p:spTree>
    <p:extLst>
      <p:ext uri="{BB962C8B-B14F-4D97-AF65-F5344CB8AC3E}">
        <p14:creationId xmlns:p14="http://schemas.microsoft.com/office/powerpoint/2010/main" val="425970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14C5-8102-7C14-C95A-B0A4F2DA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6C9A0C81-3E13-5202-6641-C33875BA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6" name="Picture 5" descr="A graph with black text&#10;&#10;AI-generated content may be incorrect.">
            <a:extLst>
              <a:ext uri="{FF2B5EF4-FFF2-40B4-BE49-F238E27FC236}">
                <a16:creationId xmlns:a16="http://schemas.microsoft.com/office/drawing/2014/main" id="{D73CBF7F-82DA-4C0D-761B-64DDEDDED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400378" y="17162"/>
            <a:ext cx="3411838" cy="3411838"/>
          </a:xfrm>
          <a:prstGeom prst="rect">
            <a:avLst/>
          </a:prstGeom>
        </p:spPr>
      </p:pic>
      <p:pic>
        <p:nvPicPr>
          <p:cNvPr id="7" name="Picture 6" descr="A graph with black text&#10;&#10;AI-generated content may be incorrect.">
            <a:extLst>
              <a:ext uri="{FF2B5EF4-FFF2-40B4-BE49-F238E27FC236}">
                <a16:creationId xmlns:a16="http://schemas.microsoft.com/office/drawing/2014/main" id="{095BA054-E7C6-12B3-014D-9A3392150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4B373F-F587-100E-2B1E-7FEA547B2F4C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2 – Plot 3 </a:t>
            </a:r>
          </a:p>
        </p:txBody>
      </p:sp>
    </p:spTree>
    <p:extLst>
      <p:ext uri="{BB962C8B-B14F-4D97-AF65-F5344CB8AC3E}">
        <p14:creationId xmlns:p14="http://schemas.microsoft.com/office/powerpoint/2010/main" val="3298887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6EFE-C321-DD89-062D-95DB0158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A77F3-5D0C-EA97-1FDE-0DBBE53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73731" y="1198887"/>
            <a:ext cx="4427838" cy="4427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B6CAE7-9306-41EE-0C22-BBD8DFACA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7473" y="1142515"/>
            <a:ext cx="4000810" cy="3961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F6B853-840F-40D0-3D04-3302BAE05A04}"/>
              </a:ext>
            </a:extLst>
          </p:cNvPr>
          <p:cNvSpPr txBox="1"/>
          <p:nvPr/>
        </p:nvSpPr>
        <p:spPr>
          <a:xfrm rot="16200000">
            <a:off x="8295045" y="2826564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2 – Plot 4</a:t>
            </a:r>
          </a:p>
        </p:txBody>
      </p:sp>
    </p:spTree>
    <p:extLst>
      <p:ext uri="{BB962C8B-B14F-4D97-AF65-F5344CB8AC3E}">
        <p14:creationId xmlns:p14="http://schemas.microsoft.com/office/powerpoint/2010/main" val="305217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5B3E-4538-6B01-23CF-05016AF4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707E4F-3E96-AE7F-EDAD-99BE7153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233626C6-EDAF-5DFB-7788-7F8515673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4E843872-C9FC-B217-B867-BBF81E51E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69F41-04D8-3A01-F6E5-AE1B3C43A6B6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3 – Plot 1</a:t>
            </a:r>
          </a:p>
        </p:txBody>
      </p:sp>
    </p:spTree>
    <p:extLst>
      <p:ext uri="{BB962C8B-B14F-4D97-AF65-F5344CB8AC3E}">
        <p14:creationId xmlns:p14="http://schemas.microsoft.com/office/powerpoint/2010/main" val="389996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8CAB-D60F-915E-4683-62B8F592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29E50-7823-FF92-4573-BFFAB7C9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702633B1-78DB-9519-51B3-8A075563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0B27AA8C-B988-76E3-4B64-B2C89E49D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356759" y="-66755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775DB5-5DFE-2D83-D27E-C864D54DCD5C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3 – Plot 2</a:t>
            </a:r>
          </a:p>
        </p:txBody>
      </p:sp>
    </p:spTree>
    <p:extLst>
      <p:ext uri="{BB962C8B-B14F-4D97-AF65-F5344CB8AC3E}">
        <p14:creationId xmlns:p14="http://schemas.microsoft.com/office/powerpoint/2010/main" val="310340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2A6C-B7EA-826C-146B-99BCFCD0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840A2-0BEF-992E-7027-BEC6453B5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532097-6D8B-79EA-D5F5-E166CF210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CD6A141-8AC1-2B13-3AAB-7625C9D9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113A82-6476-9640-D43D-194DFD86B31A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3 – Plot 3</a:t>
            </a:r>
          </a:p>
        </p:txBody>
      </p:sp>
    </p:spTree>
    <p:extLst>
      <p:ext uri="{BB962C8B-B14F-4D97-AF65-F5344CB8AC3E}">
        <p14:creationId xmlns:p14="http://schemas.microsoft.com/office/powerpoint/2010/main" val="261936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7A7E-2B4F-DA41-D91A-B98AC2AB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6B53B2-8532-40F3-66DA-5074CF8F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67047B-8CE3-516E-39C6-7F75CDC30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700FC26-3050-DC5E-7A85-8D1FED10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D9F8EB-7DE9-E721-95DC-613FCA900EC5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3 – Plot 4</a:t>
            </a:r>
          </a:p>
        </p:txBody>
      </p:sp>
      <p:pic>
        <p:nvPicPr>
          <p:cNvPr id="2" name="Picture 1" descr="A graph of a quadratic equation&#10;&#10;AI-generated content may be incorrect.">
            <a:extLst>
              <a:ext uri="{FF2B5EF4-FFF2-40B4-BE49-F238E27FC236}">
                <a16:creationId xmlns:a16="http://schemas.microsoft.com/office/drawing/2014/main" id="{4BA5C2A9-04AE-AB50-D43B-7B13BDB12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53580" y="22310"/>
            <a:ext cx="3466759" cy="34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1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002F-3CB2-6493-A106-CB2691B1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black letters&#10;&#10;AI-generated content may be incorrect.">
            <a:extLst>
              <a:ext uri="{FF2B5EF4-FFF2-40B4-BE49-F238E27FC236}">
                <a16:creationId xmlns:a16="http://schemas.microsoft.com/office/drawing/2014/main" id="{99FDC1FB-865D-562A-E037-079E2423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9CDEFD38-57A5-A77F-5EC5-64EA03CA7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CA03F80C-2954-F5FE-03FB-1C5BB2290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2499" y="22310"/>
            <a:ext cx="3466759" cy="3466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342EA3-A3AE-D02D-3B68-CC62F310A61D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4 – Plot 1</a:t>
            </a:r>
          </a:p>
        </p:txBody>
      </p:sp>
      <p:pic>
        <p:nvPicPr>
          <p:cNvPr id="2" name="Picture 1" descr="A graph of a function&#10;&#10;AI-generated content may be incorrect.">
            <a:extLst>
              <a:ext uri="{FF2B5EF4-FFF2-40B4-BE49-F238E27FC236}">
                <a16:creationId xmlns:a16="http://schemas.microsoft.com/office/drawing/2014/main" id="{3DECA623-2B1F-8958-E4A6-228C3387C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53580" y="22310"/>
            <a:ext cx="3466759" cy="34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3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A805-D5E5-450B-7EEE-E113FCDB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113E5-ED89-4AB8-800A-DC6E95E6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2A00822E-2AE3-CA61-98D3-5DC8FC571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4E5ED5C-A437-CA67-5D91-70AF80ED1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76065" y="-18880"/>
            <a:ext cx="3398110" cy="3411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49033F-DF5D-1AA5-ADBA-7FDBE86F3C49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4 – Plot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888FB2-1AC8-B3DA-D965-2806F3BE3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53580" y="22310"/>
            <a:ext cx="3466759" cy="34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886DD-36DB-100C-3461-49995290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black letters and numbers&#10;&#10;AI-generated content may be incorrect.">
            <a:extLst>
              <a:ext uri="{FF2B5EF4-FFF2-40B4-BE49-F238E27FC236}">
                <a16:creationId xmlns:a16="http://schemas.microsoft.com/office/drawing/2014/main" id="{8B95FEF1-D68A-9F36-0CF6-330791AB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9E70B6-1F9A-D147-1C2A-F710E7D5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D25C74-4C54-A7B2-AECA-7002E8CB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76065" y="-12015"/>
            <a:ext cx="3398110" cy="3398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ECBFE3-F737-FB0E-A34A-3C64AA3F8151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4 – Plot 3</a:t>
            </a:r>
          </a:p>
        </p:txBody>
      </p:sp>
      <p:pic>
        <p:nvPicPr>
          <p:cNvPr id="2" name="Picture 1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816C3AFE-A0F6-DC8C-1C44-9818FC560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491336" y="8580"/>
            <a:ext cx="3398110" cy="339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72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DE6C-7515-5300-03F8-EC266F4D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ABAA84-5254-7F92-324C-527B1F8D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43" y="3439297"/>
            <a:ext cx="3411838" cy="3411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F13EA-78C7-7183-8CCF-D6651FCF9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0148" y="3403256"/>
            <a:ext cx="3459893" cy="345989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8927B639-84D5-AA33-BDB8-F0BF40F55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6065" y="-12015"/>
            <a:ext cx="3398110" cy="3398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7CFD0-8EF1-1C05-57FF-33DF28205492}"/>
              </a:ext>
            </a:extLst>
          </p:cNvPr>
          <p:cNvSpPr txBox="1"/>
          <p:nvPr/>
        </p:nvSpPr>
        <p:spPr>
          <a:xfrm>
            <a:off x="8210378" y="1016000"/>
            <a:ext cx="33088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Site 1 – Block 4 – Plot 4</a:t>
            </a:r>
          </a:p>
        </p:txBody>
      </p:sp>
    </p:spTree>
    <p:extLst>
      <p:ext uri="{BB962C8B-B14F-4D97-AF65-F5344CB8AC3E}">
        <p14:creationId xmlns:p14="http://schemas.microsoft.com/office/powerpoint/2010/main" val="39694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159</cp:revision>
  <dcterms:created xsi:type="dcterms:W3CDTF">2025-10-10T16:47:09Z</dcterms:created>
  <dcterms:modified xsi:type="dcterms:W3CDTF">2025-10-10T20:26:38Z</dcterms:modified>
</cp:coreProperties>
</file>