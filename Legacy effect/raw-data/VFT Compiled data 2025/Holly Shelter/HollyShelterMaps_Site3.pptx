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E69522-2905-C385-C359-9FAF868FF1C1}" v="310" dt="2025-10-09T21:19:19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-sophie Meng" userId="S::mm1207@duke.edu::2cbbaee7-b319-406a-9c70-46e19985abe0" providerId="AD" clId="Web-{EAE69522-2905-C385-C359-9FAF868FF1C1}"/>
    <pc:docChg chg="addSld delSld modSld sldOrd">
      <pc:chgData name="Mai-sophie Meng" userId="S::mm1207@duke.edu::2cbbaee7-b319-406a-9c70-46e19985abe0" providerId="AD" clId="Web-{EAE69522-2905-C385-C359-9FAF868FF1C1}" dt="2025-10-09T21:19:18.491" v="218"/>
      <pc:docMkLst>
        <pc:docMk/>
      </pc:docMkLst>
      <pc:sldChg chg="addSp delSp modSp">
        <pc:chgData name="Mai-sophie Meng" userId="S::mm1207@duke.edu::2cbbaee7-b319-406a-9c70-46e19985abe0" providerId="AD" clId="Web-{EAE69522-2905-C385-C359-9FAF868FF1C1}" dt="2025-10-09T19:31:32.693" v="57" actId="14100"/>
        <pc:sldMkLst>
          <pc:docMk/>
          <pc:sldMk cId="109857222" sldId="256"/>
        </pc:sldMkLst>
        <pc:spChg chg="del mod">
          <ac:chgData name="Mai-sophie Meng" userId="S::mm1207@duke.edu::2cbbaee7-b319-406a-9c70-46e19985abe0" providerId="AD" clId="Web-{EAE69522-2905-C385-C359-9FAF868FF1C1}" dt="2025-10-09T19:16:12.002" v="5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Mai-sophie Meng" userId="S::mm1207@duke.edu::2cbbaee7-b319-406a-9c70-46e19985abe0" providerId="AD" clId="Web-{EAE69522-2905-C385-C359-9FAF868FF1C1}" dt="2025-10-09T19:16:15.065" v="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ai-sophie Meng" userId="S::mm1207@duke.edu::2cbbaee7-b319-406a-9c70-46e19985abe0" providerId="AD" clId="Web-{EAE69522-2905-C385-C359-9FAF868FF1C1}" dt="2025-10-09T19:31:19.567" v="56" actId="14100"/>
          <ac:spMkLst>
            <pc:docMk/>
            <pc:sldMk cId="109857222" sldId="256"/>
            <ac:spMk id="8" creationId="{E94333E8-FA3B-C656-0E29-681B583D4321}"/>
          </ac:spMkLst>
        </pc:spChg>
        <pc:picChg chg="add mod">
          <ac:chgData name="Mai-sophie Meng" userId="S::mm1207@duke.edu::2cbbaee7-b319-406a-9c70-46e19985abe0" providerId="AD" clId="Web-{EAE69522-2905-C385-C359-9FAF868FF1C1}" dt="2025-10-09T19:31:32.693" v="57" actId="14100"/>
          <ac:picMkLst>
            <pc:docMk/>
            <pc:sldMk cId="109857222" sldId="256"/>
            <ac:picMk id="4" creationId="{C89B28D7-06F4-4094-C72F-9978313E147B}"/>
          </ac:picMkLst>
        </pc:picChg>
        <pc:picChg chg="add mod">
          <ac:chgData name="Mai-sophie Meng" userId="S::mm1207@duke.edu::2cbbaee7-b319-406a-9c70-46e19985abe0" providerId="AD" clId="Web-{EAE69522-2905-C385-C359-9FAF868FF1C1}" dt="2025-10-09T19:19:04.442" v="31" actId="1076"/>
          <ac:picMkLst>
            <pc:docMk/>
            <pc:sldMk cId="109857222" sldId="256"/>
            <ac:picMk id="5" creationId="{1592890B-CEC0-A694-93AE-3085581B1622}"/>
          </ac:picMkLst>
        </pc:picChg>
        <pc:picChg chg="add mod">
          <ac:chgData name="Mai-sophie Meng" userId="S::mm1207@duke.edu::2cbbaee7-b319-406a-9c70-46e19985abe0" providerId="AD" clId="Web-{EAE69522-2905-C385-C359-9FAF868FF1C1}" dt="2025-10-09T19:18:29.332" v="27" actId="688"/>
          <ac:picMkLst>
            <pc:docMk/>
            <pc:sldMk cId="109857222" sldId="256"/>
            <ac:picMk id="6" creationId="{A00C429C-FEB2-4ED0-C660-9FD43A8DA9A0}"/>
          </ac:picMkLst>
        </pc:picChg>
        <pc:picChg chg="add mod">
          <ac:chgData name="Mai-sophie Meng" userId="S::mm1207@duke.edu::2cbbaee7-b319-406a-9c70-46e19985abe0" providerId="AD" clId="Web-{EAE69522-2905-C385-C359-9FAF868FF1C1}" dt="2025-10-09T19:18:45.833" v="29" actId="688"/>
          <ac:picMkLst>
            <pc:docMk/>
            <pc:sldMk cId="109857222" sldId="256"/>
            <ac:picMk id="7" creationId="{60B52EF4-BAD4-CD64-0DAC-5B39E92897F4}"/>
          </ac:picMkLst>
        </pc:picChg>
      </pc:sldChg>
      <pc:sldChg chg="addSp delSp modSp add replId">
        <pc:chgData name="Mai-sophie Meng" userId="S::mm1207@duke.edu::2cbbaee7-b319-406a-9c70-46e19985abe0" providerId="AD" clId="Web-{EAE69522-2905-C385-C359-9FAF868FF1C1}" dt="2025-10-09T20:12:53.820" v="75" actId="20577"/>
        <pc:sldMkLst>
          <pc:docMk/>
          <pc:sldMk cId="3602589246" sldId="257"/>
        </pc:sldMkLst>
        <pc:spChg chg="mod">
          <ac:chgData name="Mai-sophie Meng" userId="S::mm1207@duke.edu::2cbbaee7-b319-406a-9c70-46e19985abe0" providerId="AD" clId="Web-{EAE69522-2905-C385-C359-9FAF868FF1C1}" dt="2025-10-09T20:12:53.820" v="75" actId="20577"/>
          <ac:spMkLst>
            <pc:docMk/>
            <pc:sldMk cId="3602589246" sldId="257"/>
            <ac:spMk id="8" creationId="{48E4DCFA-8BC7-F031-0F6E-A3F00F84FDA3}"/>
          </ac:spMkLst>
        </pc:spChg>
        <pc:picChg chg="add del mod">
          <ac:chgData name="Mai-sophie Meng" userId="S::mm1207@duke.edu::2cbbaee7-b319-406a-9c70-46e19985abe0" providerId="AD" clId="Web-{EAE69522-2905-C385-C359-9FAF868FF1C1}" dt="2025-10-09T20:11:36.726" v="66"/>
          <ac:picMkLst>
            <pc:docMk/>
            <pc:sldMk cId="3602589246" sldId="257"/>
            <ac:picMk id="2" creationId="{23EE2B75-29DC-2DCD-1A2A-28AD0F33AFEF}"/>
          </ac:picMkLst>
        </pc:picChg>
        <pc:picChg chg="add del mod">
          <ac:chgData name="Mai-sophie Meng" userId="S::mm1207@duke.edu::2cbbaee7-b319-406a-9c70-46e19985abe0" providerId="AD" clId="Web-{EAE69522-2905-C385-C359-9FAF868FF1C1}" dt="2025-10-09T20:11:33.444" v="65"/>
          <ac:picMkLst>
            <pc:docMk/>
            <pc:sldMk cId="3602589246" sldId="257"/>
            <ac:picMk id="3" creationId="{73707D48-4A50-034C-D430-54298A6C5662}"/>
          </ac:picMkLst>
        </pc:picChg>
        <pc:picChg chg="mod">
          <ac:chgData name="Mai-sophie Meng" userId="S::mm1207@duke.edu::2cbbaee7-b319-406a-9c70-46e19985abe0" providerId="AD" clId="Web-{EAE69522-2905-C385-C359-9FAF868FF1C1}" dt="2025-10-09T20:12:48.961" v="70"/>
          <ac:picMkLst>
            <pc:docMk/>
            <pc:sldMk cId="3602589246" sldId="257"/>
            <ac:picMk id="4" creationId="{F195596F-FE3F-72C0-B410-69BB97FBFC99}"/>
          </ac:picMkLst>
        </pc:picChg>
        <pc:picChg chg="mod">
          <ac:chgData name="Mai-sophie Meng" userId="S::mm1207@duke.edu::2cbbaee7-b319-406a-9c70-46e19985abe0" providerId="AD" clId="Web-{EAE69522-2905-C385-C359-9FAF868FF1C1}" dt="2025-10-09T20:12:40.305" v="69"/>
          <ac:picMkLst>
            <pc:docMk/>
            <pc:sldMk cId="3602589246" sldId="257"/>
            <ac:picMk id="5" creationId="{E6A24FA4-2C59-C9F5-49C6-CEF55EAEE55C}"/>
          </ac:picMkLst>
        </pc:picChg>
        <pc:picChg chg="mod">
          <ac:chgData name="Mai-sophie Meng" userId="S::mm1207@duke.edu::2cbbaee7-b319-406a-9c70-46e19985abe0" providerId="AD" clId="Web-{EAE69522-2905-C385-C359-9FAF868FF1C1}" dt="2025-10-09T20:12:33.961" v="68"/>
          <ac:picMkLst>
            <pc:docMk/>
            <pc:sldMk cId="3602589246" sldId="257"/>
            <ac:picMk id="6" creationId="{34B1474A-7E7C-A7AB-FF0E-DC626EF3B739}"/>
          </ac:picMkLst>
        </pc:picChg>
        <pc:picChg chg="mod">
          <ac:chgData name="Mai-sophie Meng" userId="S::mm1207@duke.edu::2cbbaee7-b319-406a-9c70-46e19985abe0" providerId="AD" clId="Web-{EAE69522-2905-C385-C359-9FAF868FF1C1}" dt="2025-10-09T20:11:50.085" v="67"/>
          <ac:picMkLst>
            <pc:docMk/>
            <pc:sldMk cId="3602589246" sldId="257"/>
            <ac:picMk id="7" creationId="{870C37CF-A113-DDB1-3E17-43C6CF1D4F9F}"/>
          </ac:picMkLst>
        </pc:picChg>
        <pc:picChg chg="add del mod">
          <ac:chgData name="Mai-sophie Meng" userId="S::mm1207@duke.edu::2cbbaee7-b319-406a-9c70-46e19985abe0" providerId="AD" clId="Web-{EAE69522-2905-C385-C359-9FAF868FF1C1}" dt="2025-10-09T20:11:30.366" v="64"/>
          <ac:picMkLst>
            <pc:docMk/>
            <pc:sldMk cId="3602589246" sldId="257"/>
            <ac:picMk id="9" creationId="{E496CBEB-FE47-B200-670E-AD31C5255DB9}"/>
          </ac:picMkLst>
        </pc:picChg>
        <pc:picChg chg="add del mod">
          <ac:chgData name="Mai-sophie Meng" userId="S::mm1207@duke.edu::2cbbaee7-b319-406a-9c70-46e19985abe0" providerId="AD" clId="Web-{EAE69522-2905-C385-C359-9FAF868FF1C1}" dt="2025-10-09T20:11:25.632" v="63"/>
          <ac:picMkLst>
            <pc:docMk/>
            <pc:sldMk cId="3602589246" sldId="257"/>
            <ac:picMk id="10" creationId="{DE5BD15A-3B23-145B-1BB8-229DECAE8DFA}"/>
          </ac:picMkLst>
        </pc:picChg>
      </pc:sldChg>
      <pc:sldChg chg="delSp modSp add replId">
        <pc:chgData name="Mai-sophie Meng" userId="S::mm1207@duke.edu::2cbbaee7-b319-406a-9c70-46e19985abe0" providerId="AD" clId="Web-{EAE69522-2905-C385-C359-9FAF868FF1C1}" dt="2025-10-09T20:22:01.585" v="90" actId="20577"/>
        <pc:sldMkLst>
          <pc:docMk/>
          <pc:sldMk cId="1288148612" sldId="258"/>
        </pc:sldMkLst>
        <pc:spChg chg="mod">
          <ac:chgData name="Mai-sophie Meng" userId="S::mm1207@duke.edu::2cbbaee7-b319-406a-9c70-46e19985abe0" providerId="AD" clId="Web-{EAE69522-2905-C385-C359-9FAF868FF1C1}" dt="2025-10-09T20:22:01.585" v="90" actId="20577"/>
          <ac:spMkLst>
            <pc:docMk/>
            <pc:sldMk cId="1288148612" sldId="258"/>
            <ac:spMk id="8" creationId="{A94B12F0-1B3E-ABE4-00C5-57A001C6A8D9}"/>
          </ac:spMkLst>
        </pc:spChg>
        <pc:picChg chg="mod">
          <ac:chgData name="Mai-sophie Meng" userId="S::mm1207@duke.edu::2cbbaee7-b319-406a-9c70-46e19985abe0" providerId="AD" clId="Web-{EAE69522-2905-C385-C359-9FAF868FF1C1}" dt="2025-10-09T20:20:50.614" v="85"/>
          <ac:picMkLst>
            <pc:docMk/>
            <pc:sldMk cId="1288148612" sldId="258"/>
            <ac:picMk id="4" creationId="{3C0A7F7F-68E5-8068-FFAB-39A8DFBA90F4}"/>
          </ac:picMkLst>
        </pc:picChg>
        <pc:picChg chg="mod">
          <ac:chgData name="Mai-sophie Meng" userId="S::mm1207@duke.edu::2cbbaee7-b319-406a-9c70-46e19985abe0" providerId="AD" clId="Web-{EAE69522-2905-C385-C359-9FAF868FF1C1}" dt="2025-10-09T20:21:06.786" v="86"/>
          <ac:picMkLst>
            <pc:docMk/>
            <pc:sldMk cId="1288148612" sldId="258"/>
            <ac:picMk id="5" creationId="{300C6A37-846E-328C-DCEE-AC65A3C0A8A5}"/>
          </ac:picMkLst>
        </pc:picChg>
        <pc:picChg chg="del">
          <ac:chgData name="Mai-sophie Meng" userId="S::mm1207@duke.edu::2cbbaee7-b319-406a-9c70-46e19985abe0" providerId="AD" clId="Web-{EAE69522-2905-C385-C359-9FAF868FF1C1}" dt="2025-10-09T20:20:21.207" v="78"/>
          <ac:picMkLst>
            <pc:docMk/>
            <pc:sldMk cId="1288148612" sldId="258"/>
            <ac:picMk id="6" creationId="{9D26D648-BBCB-460D-1799-CD1B750048AB}"/>
          </ac:picMkLst>
        </pc:picChg>
        <pc:picChg chg="del">
          <ac:chgData name="Mai-sophie Meng" userId="S::mm1207@duke.edu::2cbbaee7-b319-406a-9c70-46e19985abe0" providerId="AD" clId="Web-{EAE69522-2905-C385-C359-9FAF868FF1C1}" dt="2025-10-09T20:20:20.003" v="77"/>
          <ac:picMkLst>
            <pc:docMk/>
            <pc:sldMk cId="1288148612" sldId="258"/>
            <ac:picMk id="7" creationId="{09BC2156-61DF-5168-20ED-48A53F0D5921}"/>
          </ac:picMkLst>
        </pc:picChg>
      </pc:sldChg>
      <pc:sldChg chg="modSp add replId">
        <pc:chgData name="Mai-sophie Meng" userId="S::mm1207@duke.edu::2cbbaee7-b319-406a-9c70-46e19985abe0" providerId="AD" clId="Web-{EAE69522-2905-C385-C359-9FAF868FF1C1}" dt="2025-10-09T20:23:05.946" v="96" actId="20577"/>
        <pc:sldMkLst>
          <pc:docMk/>
          <pc:sldMk cId="2266396365" sldId="259"/>
        </pc:sldMkLst>
        <pc:spChg chg="mod">
          <ac:chgData name="Mai-sophie Meng" userId="S::mm1207@duke.edu::2cbbaee7-b319-406a-9c70-46e19985abe0" providerId="AD" clId="Web-{EAE69522-2905-C385-C359-9FAF868FF1C1}" dt="2025-10-09T20:23:05.946" v="96" actId="20577"/>
          <ac:spMkLst>
            <pc:docMk/>
            <pc:sldMk cId="2266396365" sldId="259"/>
            <ac:spMk id="8" creationId="{0CF739C1-9C75-7575-12BB-A747AF1F7465}"/>
          </ac:spMkLst>
        </pc:spChg>
        <pc:picChg chg="mod">
          <ac:chgData name="Mai-sophie Meng" userId="S::mm1207@duke.edu::2cbbaee7-b319-406a-9c70-46e19985abe0" providerId="AD" clId="Web-{EAE69522-2905-C385-C359-9FAF868FF1C1}" dt="2025-10-09T20:22:15.320" v="92"/>
          <ac:picMkLst>
            <pc:docMk/>
            <pc:sldMk cId="2266396365" sldId="259"/>
            <ac:picMk id="4" creationId="{71381AFB-6B92-CF28-2EB6-864CD64132EA}"/>
          </ac:picMkLst>
        </pc:picChg>
        <pc:picChg chg="mod">
          <ac:chgData name="Mai-sophie Meng" userId="S::mm1207@duke.edu::2cbbaee7-b319-406a-9c70-46e19985abe0" providerId="AD" clId="Web-{EAE69522-2905-C385-C359-9FAF868FF1C1}" dt="2025-10-09T20:22:46.211" v="95" actId="14100"/>
          <ac:picMkLst>
            <pc:docMk/>
            <pc:sldMk cId="2266396365" sldId="259"/>
            <ac:picMk id="5" creationId="{2A88E4A7-B59A-C6A9-61AC-DAF1E8E05074}"/>
          </ac:picMkLst>
        </pc:picChg>
      </pc:sldChg>
      <pc:sldChg chg="modSp add ord replId">
        <pc:chgData name="Mai-sophie Meng" userId="S::mm1207@duke.edu::2cbbaee7-b319-406a-9c70-46e19985abe0" providerId="AD" clId="Web-{EAE69522-2905-C385-C359-9FAF868FF1C1}" dt="2025-10-09T20:26:58.201" v="108" actId="1076"/>
        <pc:sldMkLst>
          <pc:docMk/>
          <pc:sldMk cId="1498404365" sldId="260"/>
        </pc:sldMkLst>
        <pc:spChg chg="mod">
          <ac:chgData name="Mai-sophie Meng" userId="S::mm1207@duke.edu::2cbbaee7-b319-406a-9c70-46e19985abe0" providerId="AD" clId="Web-{EAE69522-2905-C385-C359-9FAF868FF1C1}" dt="2025-10-09T20:23:46.619" v="100" actId="20577"/>
          <ac:spMkLst>
            <pc:docMk/>
            <pc:sldMk cId="1498404365" sldId="260"/>
            <ac:spMk id="8" creationId="{36E02C3F-9F21-E086-EAAF-AD5AEBA57322}"/>
          </ac:spMkLst>
        </pc:spChg>
        <pc:picChg chg="mod">
          <ac:chgData name="Mai-sophie Meng" userId="S::mm1207@duke.edu::2cbbaee7-b319-406a-9c70-46e19985abe0" providerId="AD" clId="Web-{EAE69522-2905-C385-C359-9FAF868FF1C1}" dt="2025-10-09T20:25:13.886" v="103"/>
          <ac:picMkLst>
            <pc:docMk/>
            <pc:sldMk cId="1498404365" sldId="260"/>
            <ac:picMk id="4" creationId="{684F132D-6839-5128-CE31-A3767DE9F44D}"/>
          </ac:picMkLst>
        </pc:picChg>
        <pc:picChg chg="mod">
          <ac:chgData name="Mai-sophie Meng" userId="S::mm1207@duke.edu::2cbbaee7-b319-406a-9c70-46e19985abe0" providerId="AD" clId="Web-{EAE69522-2905-C385-C359-9FAF868FF1C1}" dt="2025-10-09T20:26:33.403" v="107" actId="1076"/>
          <ac:picMkLst>
            <pc:docMk/>
            <pc:sldMk cId="1498404365" sldId="260"/>
            <ac:picMk id="5" creationId="{14F26B1E-8D0E-297F-7EE3-8EF792F56EDE}"/>
          </ac:picMkLst>
        </pc:picChg>
        <pc:picChg chg="mod">
          <ac:chgData name="Mai-sophie Meng" userId="S::mm1207@duke.edu::2cbbaee7-b319-406a-9c70-46e19985abe0" providerId="AD" clId="Web-{EAE69522-2905-C385-C359-9FAF868FF1C1}" dt="2025-10-09T20:24:27.135" v="102"/>
          <ac:picMkLst>
            <pc:docMk/>
            <pc:sldMk cId="1498404365" sldId="260"/>
            <ac:picMk id="6" creationId="{EF406782-8F0E-17F4-3B23-1974BF409D69}"/>
          </ac:picMkLst>
        </pc:picChg>
        <pc:picChg chg="mod">
          <ac:chgData name="Mai-sophie Meng" userId="S::mm1207@duke.edu::2cbbaee7-b319-406a-9c70-46e19985abe0" providerId="AD" clId="Web-{EAE69522-2905-C385-C359-9FAF868FF1C1}" dt="2025-10-09T20:26:58.201" v="108" actId="1076"/>
          <ac:picMkLst>
            <pc:docMk/>
            <pc:sldMk cId="1498404365" sldId="260"/>
            <ac:picMk id="7" creationId="{C8D8559B-B538-4DDA-7D7A-C754127E1658}"/>
          </ac:picMkLst>
        </pc:picChg>
      </pc:sldChg>
      <pc:sldChg chg="delSp modSp add replId">
        <pc:chgData name="Mai-sophie Meng" userId="S::mm1207@duke.edu::2cbbaee7-b319-406a-9c70-46e19985abe0" providerId="AD" clId="Web-{EAE69522-2905-C385-C359-9FAF868FF1C1}" dt="2025-10-09T20:30:38.923" v="119" actId="14100"/>
        <pc:sldMkLst>
          <pc:docMk/>
          <pc:sldMk cId="4026464226" sldId="261"/>
        </pc:sldMkLst>
        <pc:spChg chg="mod">
          <ac:chgData name="Mai-sophie Meng" userId="S::mm1207@duke.edu::2cbbaee7-b319-406a-9c70-46e19985abe0" providerId="AD" clId="Web-{EAE69522-2905-C385-C359-9FAF868FF1C1}" dt="2025-10-09T20:29:44.906" v="111" actId="20577"/>
          <ac:spMkLst>
            <pc:docMk/>
            <pc:sldMk cId="4026464226" sldId="261"/>
            <ac:spMk id="8" creationId="{FE8DA9BF-3D63-CD1C-0474-0C6071280D36}"/>
          </ac:spMkLst>
        </pc:spChg>
        <pc:picChg chg="mod">
          <ac:chgData name="Mai-sophie Meng" userId="S::mm1207@duke.edu::2cbbaee7-b319-406a-9c70-46e19985abe0" providerId="AD" clId="Web-{EAE69522-2905-C385-C359-9FAF868FF1C1}" dt="2025-10-09T20:30:32.501" v="117" actId="14100"/>
          <ac:picMkLst>
            <pc:docMk/>
            <pc:sldMk cId="4026464226" sldId="261"/>
            <ac:picMk id="4" creationId="{1D0CEFED-7101-99F1-50B1-6F2A30A3DB74}"/>
          </ac:picMkLst>
        </pc:picChg>
        <pc:picChg chg="mod">
          <ac:chgData name="Mai-sophie Meng" userId="S::mm1207@duke.edu::2cbbaee7-b319-406a-9c70-46e19985abe0" providerId="AD" clId="Web-{EAE69522-2905-C385-C359-9FAF868FF1C1}" dt="2025-10-09T20:30:38.923" v="119" actId="14100"/>
          <ac:picMkLst>
            <pc:docMk/>
            <pc:sldMk cId="4026464226" sldId="261"/>
            <ac:picMk id="5" creationId="{2D44EBBD-6831-389C-E874-632F978C36A8}"/>
          </ac:picMkLst>
        </pc:picChg>
        <pc:picChg chg="del">
          <ac:chgData name="Mai-sophie Meng" userId="S::mm1207@duke.edu::2cbbaee7-b319-406a-9c70-46e19985abe0" providerId="AD" clId="Web-{EAE69522-2905-C385-C359-9FAF868FF1C1}" dt="2025-10-09T20:30:28.470" v="114"/>
          <ac:picMkLst>
            <pc:docMk/>
            <pc:sldMk cId="4026464226" sldId="261"/>
            <ac:picMk id="6" creationId="{559F19F8-A191-30D7-9242-91F7FCD679F7}"/>
          </ac:picMkLst>
        </pc:picChg>
        <pc:picChg chg="del">
          <ac:chgData name="Mai-sophie Meng" userId="S::mm1207@duke.edu::2cbbaee7-b319-406a-9c70-46e19985abe0" providerId="AD" clId="Web-{EAE69522-2905-C385-C359-9FAF868FF1C1}" dt="2025-10-09T20:30:29.626" v="115"/>
          <ac:picMkLst>
            <pc:docMk/>
            <pc:sldMk cId="4026464226" sldId="261"/>
            <ac:picMk id="7" creationId="{BDD41988-CAA4-A96D-1B47-66F0EB222C09}"/>
          </ac:picMkLst>
        </pc:picChg>
      </pc:sldChg>
      <pc:sldChg chg="delSp modSp add replId">
        <pc:chgData name="Mai-sophie Meng" userId="S::mm1207@duke.edu::2cbbaee7-b319-406a-9c70-46e19985abe0" providerId="AD" clId="Web-{EAE69522-2905-C385-C359-9FAF868FF1C1}" dt="2025-10-09T20:36:19.305" v="127" actId="20577"/>
        <pc:sldMkLst>
          <pc:docMk/>
          <pc:sldMk cId="2204892730" sldId="262"/>
        </pc:sldMkLst>
        <pc:spChg chg="mod">
          <ac:chgData name="Mai-sophie Meng" userId="S::mm1207@duke.edu::2cbbaee7-b319-406a-9c70-46e19985abe0" providerId="AD" clId="Web-{EAE69522-2905-C385-C359-9FAF868FF1C1}" dt="2025-10-09T20:36:19.305" v="127" actId="20577"/>
          <ac:spMkLst>
            <pc:docMk/>
            <pc:sldMk cId="2204892730" sldId="262"/>
            <ac:spMk id="8" creationId="{63932FBC-67B2-DFA3-FF2A-30BECB4E0D69}"/>
          </ac:spMkLst>
        </pc:spChg>
        <pc:picChg chg="mod">
          <ac:chgData name="Mai-sophie Meng" userId="S::mm1207@duke.edu::2cbbaee7-b319-406a-9c70-46e19985abe0" providerId="AD" clId="Web-{EAE69522-2905-C385-C359-9FAF868FF1C1}" dt="2025-10-09T20:31:20.644" v="122"/>
          <ac:picMkLst>
            <pc:docMk/>
            <pc:sldMk cId="2204892730" sldId="262"/>
            <ac:picMk id="4" creationId="{AD13561C-5F8B-3DF1-65CF-20FA65D06DAB}"/>
          </ac:picMkLst>
        </pc:picChg>
        <pc:picChg chg="mod">
          <ac:chgData name="Mai-sophie Meng" userId="S::mm1207@duke.edu::2cbbaee7-b319-406a-9c70-46e19985abe0" providerId="AD" clId="Web-{EAE69522-2905-C385-C359-9FAF868FF1C1}" dt="2025-10-09T20:31:39.584" v="125" actId="1076"/>
          <ac:picMkLst>
            <pc:docMk/>
            <pc:sldMk cId="2204892730" sldId="262"/>
            <ac:picMk id="5" creationId="{6F26E45A-85A9-9B7B-6F95-146E82864FD8}"/>
          </ac:picMkLst>
        </pc:picChg>
        <pc:picChg chg="mod">
          <ac:chgData name="Mai-sophie Meng" userId="S::mm1207@duke.edu::2cbbaee7-b319-406a-9c70-46e19985abe0" providerId="AD" clId="Web-{EAE69522-2905-C385-C359-9FAF868FF1C1}" dt="2025-10-09T20:31:49.178" v="126"/>
          <ac:picMkLst>
            <pc:docMk/>
            <pc:sldMk cId="2204892730" sldId="262"/>
            <ac:picMk id="6" creationId="{686B3A7D-39F8-DCE2-3296-ADEF220F6014}"/>
          </ac:picMkLst>
        </pc:picChg>
        <pc:picChg chg="del">
          <ac:chgData name="Mai-sophie Meng" userId="S::mm1207@duke.edu::2cbbaee7-b319-406a-9c70-46e19985abe0" providerId="AD" clId="Web-{EAE69522-2905-C385-C359-9FAF868FF1C1}" dt="2025-10-09T20:31:09.252" v="121"/>
          <ac:picMkLst>
            <pc:docMk/>
            <pc:sldMk cId="2204892730" sldId="262"/>
            <ac:picMk id="7" creationId="{6506D5CE-CC5F-288E-5FE0-DCEF54DEBDAD}"/>
          </ac:picMkLst>
        </pc:picChg>
      </pc:sldChg>
      <pc:sldChg chg="modSp add replId">
        <pc:chgData name="Mai-sophie Meng" userId="S::mm1207@duke.edu::2cbbaee7-b319-406a-9c70-46e19985abe0" providerId="AD" clId="Web-{EAE69522-2905-C385-C359-9FAF868FF1C1}" dt="2025-10-09T20:38:08.715" v="137" actId="14100"/>
        <pc:sldMkLst>
          <pc:docMk/>
          <pc:sldMk cId="4245103444" sldId="263"/>
        </pc:sldMkLst>
        <pc:spChg chg="mod">
          <ac:chgData name="Mai-sophie Meng" userId="S::mm1207@duke.edu::2cbbaee7-b319-406a-9c70-46e19985abe0" providerId="AD" clId="Web-{EAE69522-2905-C385-C359-9FAF868FF1C1}" dt="2025-10-09T20:36:34.071" v="129" actId="20577"/>
          <ac:spMkLst>
            <pc:docMk/>
            <pc:sldMk cId="4245103444" sldId="263"/>
            <ac:spMk id="8" creationId="{DDB7C1F7-4CA7-0967-87D0-EE07096501D8}"/>
          </ac:spMkLst>
        </pc:spChg>
        <pc:picChg chg="mod">
          <ac:chgData name="Mai-sophie Meng" userId="S::mm1207@duke.edu::2cbbaee7-b319-406a-9c70-46e19985abe0" providerId="AD" clId="Web-{EAE69522-2905-C385-C359-9FAF868FF1C1}" dt="2025-10-09T20:36:51.650" v="130"/>
          <ac:picMkLst>
            <pc:docMk/>
            <pc:sldMk cId="4245103444" sldId="263"/>
            <ac:picMk id="4" creationId="{5669964D-A6B1-9507-5EFD-B219E1F233CD}"/>
          </ac:picMkLst>
        </pc:picChg>
        <pc:picChg chg="mod">
          <ac:chgData name="Mai-sophie Meng" userId="S::mm1207@duke.edu::2cbbaee7-b319-406a-9c70-46e19985abe0" providerId="AD" clId="Web-{EAE69522-2905-C385-C359-9FAF868FF1C1}" dt="2025-10-09T20:38:08.715" v="137" actId="14100"/>
          <ac:picMkLst>
            <pc:docMk/>
            <pc:sldMk cId="4245103444" sldId="263"/>
            <ac:picMk id="5" creationId="{B7BDE436-6420-694A-85D3-A41D363B242B}"/>
          </ac:picMkLst>
        </pc:picChg>
        <pc:picChg chg="mod">
          <ac:chgData name="Mai-sophie Meng" userId="S::mm1207@duke.edu::2cbbaee7-b319-406a-9c70-46e19985abe0" providerId="AD" clId="Web-{EAE69522-2905-C385-C359-9FAF868FF1C1}" dt="2025-10-09T20:37:56.605" v="135" actId="1076"/>
          <ac:picMkLst>
            <pc:docMk/>
            <pc:sldMk cId="4245103444" sldId="263"/>
            <ac:picMk id="6" creationId="{5E1B2B1E-B2FA-B07D-5B0A-79577785D957}"/>
          </ac:picMkLst>
        </pc:picChg>
        <pc:picChg chg="mod">
          <ac:chgData name="Mai-sophie Meng" userId="S::mm1207@duke.edu::2cbbaee7-b319-406a-9c70-46e19985abe0" providerId="AD" clId="Web-{EAE69522-2905-C385-C359-9FAF868FF1C1}" dt="2025-10-09T20:37:45.042" v="133"/>
          <ac:picMkLst>
            <pc:docMk/>
            <pc:sldMk cId="4245103444" sldId="263"/>
            <ac:picMk id="7" creationId="{1A0CFFE5-CC6E-329F-C91A-6C000DDDFB08}"/>
          </ac:picMkLst>
        </pc:picChg>
      </pc:sldChg>
      <pc:sldChg chg="modSp add replId">
        <pc:chgData name="Mai-sophie Meng" userId="S::mm1207@duke.edu::2cbbaee7-b319-406a-9c70-46e19985abe0" providerId="AD" clId="Web-{EAE69522-2905-C385-C359-9FAF868FF1C1}" dt="2025-10-09T20:40:30.922" v="149" actId="1076"/>
        <pc:sldMkLst>
          <pc:docMk/>
          <pc:sldMk cId="1549181374" sldId="264"/>
        </pc:sldMkLst>
        <pc:spChg chg="mod">
          <ac:chgData name="Mai-sophie Meng" userId="S::mm1207@duke.edu::2cbbaee7-b319-406a-9c70-46e19985abe0" providerId="AD" clId="Web-{EAE69522-2905-C385-C359-9FAF868FF1C1}" dt="2025-10-09T20:38:42.982" v="140" actId="20577"/>
          <ac:spMkLst>
            <pc:docMk/>
            <pc:sldMk cId="1549181374" sldId="264"/>
            <ac:spMk id="8" creationId="{683BD440-6C7D-2D76-1BBD-AC8154FB8714}"/>
          </ac:spMkLst>
        </pc:spChg>
        <pc:picChg chg="mod">
          <ac:chgData name="Mai-sophie Meng" userId="S::mm1207@duke.edu::2cbbaee7-b319-406a-9c70-46e19985abe0" providerId="AD" clId="Web-{EAE69522-2905-C385-C359-9FAF868FF1C1}" dt="2025-10-09T20:40:17.828" v="146" actId="14100"/>
          <ac:picMkLst>
            <pc:docMk/>
            <pc:sldMk cId="1549181374" sldId="264"/>
            <ac:picMk id="4" creationId="{75EEF725-32D1-C71B-51F2-C1FA7A575834}"/>
          </ac:picMkLst>
        </pc:picChg>
        <pc:picChg chg="mod">
          <ac:chgData name="Mai-sophie Meng" userId="S::mm1207@duke.edu::2cbbaee7-b319-406a-9c70-46e19985abe0" providerId="AD" clId="Web-{EAE69522-2905-C385-C359-9FAF868FF1C1}" dt="2025-10-09T20:40:30.922" v="149" actId="1076"/>
          <ac:picMkLst>
            <pc:docMk/>
            <pc:sldMk cId="1549181374" sldId="264"/>
            <ac:picMk id="5" creationId="{78334F42-98CA-49DF-2451-F8F31C7AA760}"/>
          </ac:picMkLst>
        </pc:picChg>
        <pc:picChg chg="mod">
          <ac:chgData name="Mai-sophie Meng" userId="S::mm1207@duke.edu::2cbbaee7-b319-406a-9c70-46e19985abe0" providerId="AD" clId="Web-{EAE69522-2905-C385-C359-9FAF868FF1C1}" dt="2025-10-09T20:39:18.748" v="143"/>
          <ac:picMkLst>
            <pc:docMk/>
            <pc:sldMk cId="1549181374" sldId="264"/>
            <ac:picMk id="6" creationId="{8F101A08-2466-718D-6597-226B97C5DCB8}"/>
          </ac:picMkLst>
        </pc:picChg>
        <pc:picChg chg="mod">
          <ac:chgData name="Mai-sophie Meng" userId="S::mm1207@duke.edu::2cbbaee7-b319-406a-9c70-46e19985abe0" providerId="AD" clId="Web-{EAE69522-2905-C385-C359-9FAF868FF1C1}" dt="2025-10-09T20:40:12.719" v="145" actId="1076"/>
          <ac:picMkLst>
            <pc:docMk/>
            <pc:sldMk cId="1549181374" sldId="264"/>
            <ac:picMk id="7" creationId="{1383674E-4D75-193F-5DBC-5B161143454B}"/>
          </ac:picMkLst>
        </pc:picChg>
      </pc:sldChg>
      <pc:sldChg chg="delSp modSp add replId">
        <pc:chgData name="Mai-sophie Meng" userId="S::mm1207@duke.edu::2cbbaee7-b319-406a-9c70-46e19985abe0" providerId="AD" clId="Web-{EAE69522-2905-C385-C359-9FAF868FF1C1}" dt="2025-10-09T21:01:44.013" v="155"/>
        <pc:sldMkLst>
          <pc:docMk/>
          <pc:sldMk cId="3301821491" sldId="265"/>
        </pc:sldMkLst>
        <pc:spChg chg="mod">
          <ac:chgData name="Mai-sophie Meng" userId="S::mm1207@duke.edu::2cbbaee7-b319-406a-9c70-46e19985abe0" providerId="AD" clId="Web-{EAE69522-2905-C385-C359-9FAF868FF1C1}" dt="2025-10-09T20:40:46.922" v="151" actId="20577"/>
          <ac:spMkLst>
            <pc:docMk/>
            <pc:sldMk cId="3301821491" sldId="265"/>
            <ac:spMk id="8" creationId="{01CDDBE8-3B7F-65D0-D5E1-2AFF7BEB4257}"/>
          </ac:spMkLst>
        </pc:spChg>
        <pc:picChg chg="mod">
          <ac:chgData name="Mai-sophie Meng" userId="S::mm1207@duke.edu::2cbbaee7-b319-406a-9c70-46e19985abe0" providerId="AD" clId="Web-{EAE69522-2905-C385-C359-9FAF868FF1C1}" dt="2025-10-09T20:41:15.720" v="152"/>
          <ac:picMkLst>
            <pc:docMk/>
            <pc:sldMk cId="3301821491" sldId="265"/>
            <ac:picMk id="4" creationId="{B9624ADB-8F32-2B83-3509-A0046E23246B}"/>
          </ac:picMkLst>
        </pc:picChg>
        <pc:picChg chg="mod">
          <ac:chgData name="Mai-sophie Meng" userId="S::mm1207@duke.edu::2cbbaee7-b319-406a-9c70-46e19985abe0" providerId="AD" clId="Web-{EAE69522-2905-C385-C359-9FAF868FF1C1}" dt="2025-10-09T21:00:42.918" v="153"/>
          <ac:picMkLst>
            <pc:docMk/>
            <pc:sldMk cId="3301821491" sldId="265"/>
            <ac:picMk id="5" creationId="{96ABEA1D-257F-21B1-2B94-4763659139F4}"/>
          </ac:picMkLst>
        </pc:picChg>
        <pc:picChg chg="del">
          <ac:chgData name="Mai-sophie Meng" userId="S::mm1207@duke.edu::2cbbaee7-b319-406a-9c70-46e19985abe0" providerId="AD" clId="Web-{EAE69522-2905-C385-C359-9FAF868FF1C1}" dt="2025-10-09T21:01:29.481" v="154"/>
          <ac:picMkLst>
            <pc:docMk/>
            <pc:sldMk cId="3301821491" sldId="265"/>
            <ac:picMk id="6" creationId="{F1218A13-5C56-5BAF-842E-29637BF3DE04}"/>
          </ac:picMkLst>
        </pc:picChg>
        <pc:picChg chg="mod">
          <ac:chgData name="Mai-sophie Meng" userId="S::mm1207@duke.edu::2cbbaee7-b319-406a-9c70-46e19985abe0" providerId="AD" clId="Web-{EAE69522-2905-C385-C359-9FAF868FF1C1}" dt="2025-10-09T21:01:44.013" v="155"/>
          <ac:picMkLst>
            <pc:docMk/>
            <pc:sldMk cId="3301821491" sldId="265"/>
            <ac:picMk id="7" creationId="{5C738E1D-B602-8439-6DE5-770B5EE93CBC}"/>
          </ac:picMkLst>
        </pc:picChg>
      </pc:sldChg>
      <pc:sldChg chg="delSp modSp add replId">
        <pc:chgData name="Mai-sophie Meng" userId="S::mm1207@duke.edu::2cbbaee7-b319-406a-9c70-46e19985abe0" providerId="AD" clId="Web-{EAE69522-2905-C385-C359-9FAF868FF1C1}" dt="2025-10-09T21:03:57.499" v="161" actId="20577"/>
        <pc:sldMkLst>
          <pc:docMk/>
          <pc:sldMk cId="3826026459" sldId="266"/>
        </pc:sldMkLst>
        <pc:spChg chg="mod">
          <ac:chgData name="Mai-sophie Meng" userId="S::mm1207@duke.edu::2cbbaee7-b319-406a-9c70-46e19985abe0" providerId="AD" clId="Web-{EAE69522-2905-C385-C359-9FAF868FF1C1}" dt="2025-10-09T21:03:57.499" v="161" actId="20577"/>
          <ac:spMkLst>
            <pc:docMk/>
            <pc:sldMk cId="3826026459" sldId="266"/>
            <ac:spMk id="8" creationId="{8F34BA3C-629C-8E31-D876-2C091C59C435}"/>
          </ac:spMkLst>
        </pc:spChg>
        <pc:picChg chg="mod">
          <ac:chgData name="Mai-sophie Meng" userId="S::mm1207@duke.edu::2cbbaee7-b319-406a-9c70-46e19985abe0" providerId="AD" clId="Web-{EAE69522-2905-C385-C359-9FAF868FF1C1}" dt="2025-10-09T21:02:49.170" v="157"/>
          <ac:picMkLst>
            <pc:docMk/>
            <pc:sldMk cId="3826026459" sldId="266"/>
            <ac:picMk id="4" creationId="{B748B495-F655-C85D-405B-500E25769771}"/>
          </ac:picMkLst>
        </pc:picChg>
        <pc:picChg chg="mod">
          <ac:chgData name="Mai-sophie Meng" userId="S::mm1207@duke.edu::2cbbaee7-b319-406a-9c70-46e19985abe0" providerId="AD" clId="Web-{EAE69522-2905-C385-C359-9FAF868FF1C1}" dt="2025-10-09T21:03:30.921" v="158"/>
          <ac:picMkLst>
            <pc:docMk/>
            <pc:sldMk cId="3826026459" sldId="266"/>
            <ac:picMk id="5" creationId="{F0E783EA-AA00-00EE-A0C5-384DE7E2CB5F}"/>
          </ac:picMkLst>
        </pc:picChg>
        <pc:picChg chg="del">
          <ac:chgData name="Mai-sophie Meng" userId="S::mm1207@duke.edu::2cbbaee7-b319-406a-9c70-46e19985abe0" providerId="AD" clId="Web-{EAE69522-2905-C385-C359-9FAF868FF1C1}" dt="2025-10-09T21:03:35.218" v="159"/>
          <ac:picMkLst>
            <pc:docMk/>
            <pc:sldMk cId="3826026459" sldId="266"/>
            <ac:picMk id="6" creationId="{90198E57-BF8C-C084-0FE6-7529A289A033}"/>
          </ac:picMkLst>
        </pc:picChg>
        <pc:picChg chg="mod">
          <ac:chgData name="Mai-sophie Meng" userId="S::mm1207@duke.edu::2cbbaee7-b319-406a-9c70-46e19985abe0" providerId="AD" clId="Web-{EAE69522-2905-C385-C359-9FAF868FF1C1}" dt="2025-10-09T21:03:49.155" v="160"/>
          <ac:picMkLst>
            <pc:docMk/>
            <pc:sldMk cId="3826026459" sldId="266"/>
            <ac:picMk id="7" creationId="{BBBA61E5-1727-F81D-D603-F1B074ADD900}"/>
          </ac:picMkLst>
        </pc:picChg>
      </pc:sldChg>
      <pc:sldChg chg="delSp modSp add replId">
        <pc:chgData name="Mai-sophie Meng" userId="S::mm1207@duke.edu::2cbbaee7-b319-406a-9c70-46e19985abe0" providerId="AD" clId="Web-{EAE69522-2905-C385-C359-9FAF868FF1C1}" dt="2025-10-09T21:07:25.841" v="169" actId="20577"/>
        <pc:sldMkLst>
          <pc:docMk/>
          <pc:sldMk cId="1452077492" sldId="267"/>
        </pc:sldMkLst>
        <pc:spChg chg="mod">
          <ac:chgData name="Mai-sophie Meng" userId="S::mm1207@duke.edu::2cbbaee7-b319-406a-9c70-46e19985abe0" providerId="AD" clId="Web-{EAE69522-2905-C385-C359-9FAF868FF1C1}" dt="2025-10-09T21:07:25.841" v="169" actId="20577"/>
          <ac:spMkLst>
            <pc:docMk/>
            <pc:sldMk cId="1452077492" sldId="267"/>
            <ac:spMk id="8" creationId="{BBF7C028-A5BD-592C-92EA-9456872D27B7}"/>
          </ac:spMkLst>
        </pc:spChg>
        <pc:picChg chg="mod">
          <ac:chgData name="Mai-sophie Meng" userId="S::mm1207@duke.edu::2cbbaee7-b319-406a-9c70-46e19985abe0" providerId="AD" clId="Web-{EAE69522-2905-C385-C359-9FAF868FF1C1}" dt="2025-10-09T21:06:20.632" v="164"/>
          <ac:picMkLst>
            <pc:docMk/>
            <pc:sldMk cId="1452077492" sldId="267"/>
            <ac:picMk id="4" creationId="{E1207FE6-34BA-B65C-1967-9499CE20C14A}"/>
          </ac:picMkLst>
        </pc:picChg>
        <pc:picChg chg="mod">
          <ac:chgData name="Mai-sophie Meng" userId="S::mm1207@duke.edu::2cbbaee7-b319-406a-9c70-46e19985abe0" providerId="AD" clId="Web-{EAE69522-2905-C385-C359-9FAF868FF1C1}" dt="2025-10-09T21:07:01.417" v="167" actId="14100"/>
          <ac:picMkLst>
            <pc:docMk/>
            <pc:sldMk cId="1452077492" sldId="267"/>
            <ac:picMk id="5" creationId="{EEBE913D-2B55-45AE-A68F-D7F2D8BF1479}"/>
          </ac:picMkLst>
        </pc:picChg>
        <pc:picChg chg="mod">
          <ac:chgData name="Mai-sophie Meng" userId="S::mm1207@duke.edu::2cbbaee7-b319-406a-9c70-46e19985abe0" providerId="AD" clId="Web-{EAE69522-2905-C385-C359-9FAF868FF1C1}" dt="2025-10-09T21:07:14.777" v="168"/>
          <ac:picMkLst>
            <pc:docMk/>
            <pc:sldMk cId="1452077492" sldId="267"/>
            <ac:picMk id="6" creationId="{1FC21F15-7B8F-FD67-23E3-A8AC73DDE813}"/>
          </ac:picMkLst>
        </pc:picChg>
        <pc:picChg chg="del">
          <ac:chgData name="Mai-sophie Meng" userId="S::mm1207@duke.edu::2cbbaee7-b319-406a-9c70-46e19985abe0" providerId="AD" clId="Web-{EAE69522-2905-C385-C359-9FAF868FF1C1}" dt="2025-10-09T21:05:50.692" v="163"/>
          <ac:picMkLst>
            <pc:docMk/>
            <pc:sldMk cId="1452077492" sldId="267"/>
            <ac:picMk id="7" creationId="{3C6100ED-6856-DF9D-E19C-7356A74E156D}"/>
          </ac:picMkLst>
        </pc:picChg>
      </pc:sldChg>
      <pc:sldChg chg="addSp delSp modSp add replId">
        <pc:chgData name="Mai-sophie Meng" userId="S::mm1207@duke.edu::2cbbaee7-b319-406a-9c70-46e19985abe0" providerId="AD" clId="Web-{EAE69522-2905-C385-C359-9FAF868FF1C1}" dt="2025-10-09T21:17:49.691" v="210" actId="20577"/>
        <pc:sldMkLst>
          <pc:docMk/>
          <pc:sldMk cId="945246581" sldId="268"/>
        </pc:sldMkLst>
        <pc:spChg chg="mod">
          <ac:chgData name="Mai-sophie Meng" userId="S::mm1207@duke.edu::2cbbaee7-b319-406a-9c70-46e19985abe0" providerId="AD" clId="Web-{EAE69522-2905-C385-C359-9FAF868FF1C1}" dt="2025-10-09T21:17:49.691" v="210" actId="20577"/>
          <ac:spMkLst>
            <pc:docMk/>
            <pc:sldMk cId="945246581" sldId="268"/>
            <ac:spMk id="8" creationId="{E1C46FA1-E4E9-F4BA-C461-87FB86D69837}"/>
          </ac:spMkLst>
        </pc:spChg>
        <pc:picChg chg="add del mod">
          <ac:chgData name="Mai-sophie Meng" userId="S::mm1207@duke.edu::2cbbaee7-b319-406a-9c70-46e19985abe0" providerId="AD" clId="Web-{EAE69522-2905-C385-C359-9FAF868FF1C1}" dt="2025-10-09T21:15:54.171" v="187"/>
          <ac:picMkLst>
            <pc:docMk/>
            <pc:sldMk cId="945246581" sldId="268"/>
            <ac:picMk id="2" creationId="{6AB9ED8D-D756-C0C6-01B5-129D0B6A128C}"/>
          </ac:picMkLst>
        </pc:picChg>
        <pc:picChg chg="mod">
          <ac:chgData name="Mai-sophie Meng" userId="S::mm1207@duke.edu::2cbbaee7-b319-406a-9c70-46e19985abe0" providerId="AD" clId="Web-{EAE69522-2905-C385-C359-9FAF868FF1C1}" dt="2025-10-09T21:16:53.565" v="197" actId="1076"/>
          <ac:picMkLst>
            <pc:docMk/>
            <pc:sldMk cId="945246581" sldId="268"/>
            <ac:picMk id="4" creationId="{829E4DB2-40BA-D2CB-0AE2-71FD7866E31C}"/>
          </ac:picMkLst>
        </pc:picChg>
        <pc:picChg chg="del mod">
          <ac:chgData name="Mai-sophie Meng" userId="S::mm1207@duke.edu::2cbbaee7-b319-406a-9c70-46e19985abe0" providerId="AD" clId="Web-{EAE69522-2905-C385-C359-9FAF868FF1C1}" dt="2025-10-09T21:16:34.750" v="192"/>
          <ac:picMkLst>
            <pc:docMk/>
            <pc:sldMk cId="945246581" sldId="268"/>
            <ac:picMk id="5" creationId="{E918B37E-5B55-CD86-AC5E-EF566A53EC3D}"/>
          </ac:picMkLst>
        </pc:picChg>
        <pc:picChg chg="del mod">
          <ac:chgData name="Mai-sophie Meng" userId="S::mm1207@duke.edu::2cbbaee7-b319-406a-9c70-46e19985abe0" providerId="AD" clId="Web-{EAE69522-2905-C385-C359-9FAF868FF1C1}" dt="2025-10-09T21:16:33.657" v="191"/>
          <ac:picMkLst>
            <pc:docMk/>
            <pc:sldMk cId="945246581" sldId="268"/>
            <ac:picMk id="6" creationId="{2D85A066-0C32-4C85-71FF-ED7B323DC882}"/>
          </ac:picMkLst>
        </pc:picChg>
        <pc:picChg chg="del mod">
          <ac:chgData name="Mai-sophie Meng" userId="S::mm1207@duke.edu::2cbbaee7-b319-406a-9c70-46e19985abe0" providerId="AD" clId="Web-{EAE69522-2905-C385-C359-9FAF868FF1C1}" dt="2025-10-09T21:16:32.625" v="190"/>
          <ac:picMkLst>
            <pc:docMk/>
            <pc:sldMk cId="945246581" sldId="268"/>
            <ac:picMk id="7" creationId="{9816D7A5-4814-3F5C-1879-69C5B30899D4}"/>
          </ac:picMkLst>
        </pc:picChg>
      </pc:sldChg>
      <pc:sldChg chg="delSp modSp add replId">
        <pc:chgData name="Mai-sophie Meng" userId="S::mm1207@duke.edu::2cbbaee7-b319-406a-9c70-46e19985abe0" providerId="AD" clId="Web-{EAE69522-2905-C385-C359-9FAF868FF1C1}" dt="2025-10-09T21:17:21.878" v="204" actId="1076"/>
        <pc:sldMkLst>
          <pc:docMk/>
          <pc:sldMk cId="124606863" sldId="269"/>
        </pc:sldMkLst>
        <pc:spChg chg="mod">
          <ac:chgData name="Mai-sophie Meng" userId="S::mm1207@duke.edu::2cbbaee7-b319-406a-9c70-46e19985abe0" providerId="AD" clId="Web-{EAE69522-2905-C385-C359-9FAF868FF1C1}" dt="2025-10-09T21:16:58.956" v="198" actId="20577"/>
          <ac:spMkLst>
            <pc:docMk/>
            <pc:sldMk cId="124606863" sldId="269"/>
            <ac:spMk id="8" creationId="{8ECFA0B9-5EC4-75F7-67B8-AFE8FE15E18A}"/>
          </ac:spMkLst>
        </pc:spChg>
        <pc:picChg chg="mod">
          <ac:chgData name="Mai-sophie Meng" userId="S::mm1207@duke.edu::2cbbaee7-b319-406a-9c70-46e19985abe0" providerId="AD" clId="Web-{EAE69522-2905-C385-C359-9FAF868FF1C1}" dt="2025-10-09T21:17:21.878" v="204" actId="1076"/>
          <ac:picMkLst>
            <pc:docMk/>
            <pc:sldMk cId="124606863" sldId="269"/>
            <ac:picMk id="4" creationId="{37A5EE75-51A3-7B6A-5620-0D7A4FAF70F7}"/>
          </ac:picMkLst>
        </pc:picChg>
        <pc:picChg chg="del">
          <ac:chgData name="Mai-sophie Meng" userId="S::mm1207@duke.edu::2cbbaee7-b319-406a-9c70-46e19985abe0" providerId="AD" clId="Web-{EAE69522-2905-C385-C359-9FAF868FF1C1}" dt="2025-10-09T21:17:04.096" v="201"/>
          <ac:picMkLst>
            <pc:docMk/>
            <pc:sldMk cId="124606863" sldId="269"/>
            <ac:picMk id="5" creationId="{4E8BAAA1-25F4-AA7D-4B41-394630D9B6D6}"/>
          </ac:picMkLst>
        </pc:picChg>
        <pc:picChg chg="del">
          <ac:chgData name="Mai-sophie Meng" userId="S::mm1207@duke.edu::2cbbaee7-b319-406a-9c70-46e19985abe0" providerId="AD" clId="Web-{EAE69522-2905-C385-C359-9FAF868FF1C1}" dt="2025-10-09T21:17:02.690" v="200"/>
          <ac:picMkLst>
            <pc:docMk/>
            <pc:sldMk cId="124606863" sldId="269"/>
            <ac:picMk id="6" creationId="{7DAB621B-BDA8-A441-B466-64ED669B60C4}"/>
          </ac:picMkLst>
        </pc:picChg>
        <pc:picChg chg="del">
          <ac:chgData name="Mai-sophie Meng" userId="S::mm1207@duke.edu::2cbbaee7-b319-406a-9c70-46e19985abe0" providerId="AD" clId="Web-{EAE69522-2905-C385-C359-9FAF868FF1C1}" dt="2025-10-09T21:17:01.581" v="199"/>
          <ac:picMkLst>
            <pc:docMk/>
            <pc:sldMk cId="124606863" sldId="269"/>
            <ac:picMk id="7" creationId="{71F4F5F6-074A-09CA-190A-4B1434B1BCA7}"/>
          </ac:picMkLst>
        </pc:picChg>
      </pc:sldChg>
      <pc:sldChg chg="delSp modSp add del replId">
        <pc:chgData name="Mai-sophie Meng" userId="S::mm1207@duke.edu::2cbbaee7-b319-406a-9c70-46e19985abe0" providerId="AD" clId="Web-{EAE69522-2905-C385-C359-9FAF868FF1C1}" dt="2025-10-09T21:15:41.637" v="185"/>
        <pc:sldMkLst>
          <pc:docMk/>
          <pc:sldMk cId="1699280615" sldId="269"/>
        </pc:sldMkLst>
        <pc:spChg chg="mod">
          <ac:chgData name="Mai-sophie Meng" userId="S::mm1207@duke.edu::2cbbaee7-b319-406a-9c70-46e19985abe0" providerId="AD" clId="Web-{EAE69522-2905-C385-C359-9FAF868FF1C1}" dt="2025-10-09T21:13:19.919" v="179" actId="20577"/>
          <ac:spMkLst>
            <pc:docMk/>
            <pc:sldMk cId="1699280615" sldId="269"/>
            <ac:spMk id="8" creationId="{98D43461-3E36-2662-7E27-8FDAB5E1254D}"/>
          </ac:spMkLst>
        </pc:spChg>
        <pc:picChg chg="mod">
          <ac:chgData name="Mai-sophie Meng" userId="S::mm1207@duke.edu::2cbbaee7-b319-406a-9c70-46e19985abe0" providerId="AD" clId="Web-{EAE69522-2905-C385-C359-9FAF868FF1C1}" dt="2025-10-09T21:13:59.326" v="180"/>
          <ac:picMkLst>
            <pc:docMk/>
            <pc:sldMk cId="1699280615" sldId="269"/>
            <ac:picMk id="4" creationId="{47FE8779-2943-46D4-8E3F-FBEFDEF8F4E6}"/>
          </ac:picMkLst>
        </pc:picChg>
        <pc:picChg chg="mod">
          <ac:chgData name="Mai-sophie Meng" userId="S::mm1207@duke.edu::2cbbaee7-b319-406a-9c70-46e19985abe0" providerId="AD" clId="Web-{EAE69522-2905-C385-C359-9FAF868FF1C1}" dt="2025-10-09T21:14:26.296" v="182" actId="688"/>
          <ac:picMkLst>
            <pc:docMk/>
            <pc:sldMk cId="1699280615" sldId="269"/>
            <ac:picMk id="5" creationId="{A80D14EB-EC4E-DE83-99F6-D4C151A9ED97}"/>
          </ac:picMkLst>
        </pc:picChg>
        <pc:picChg chg="mod">
          <ac:chgData name="Mai-sophie Meng" userId="S::mm1207@duke.edu::2cbbaee7-b319-406a-9c70-46e19985abe0" providerId="AD" clId="Web-{EAE69522-2905-C385-C359-9FAF868FF1C1}" dt="2025-10-09T21:14:45.030" v="184"/>
          <ac:picMkLst>
            <pc:docMk/>
            <pc:sldMk cId="1699280615" sldId="269"/>
            <ac:picMk id="6" creationId="{115F527B-CF0F-EF52-3FB3-34A7B86805BD}"/>
          </ac:picMkLst>
        </pc:picChg>
        <pc:picChg chg="del">
          <ac:chgData name="Mai-sophie Meng" userId="S::mm1207@duke.edu::2cbbaee7-b319-406a-9c70-46e19985abe0" providerId="AD" clId="Web-{EAE69522-2905-C385-C359-9FAF868FF1C1}" dt="2025-10-09T21:14:33.171" v="183"/>
          <ac:picMkLst>
            <pc:docMk/>
            <pc:sldMk cId="1699280615" sldId="269"/>
            <ac:picMk id="7" creationId="{47269796-8F7D-5820-3732-0FA1D47B6E04}"/>
          </ac:picMkLst>
        </pc:picChg>
      </pc:sldChg>
      <pc:sldChg chg="modSp add replId">
        <pc:chgData name="Mai-sophie Meng" userId="S::mm1207@duke.edu::2cbbaee7-b319-406a-9c70-46e19985abe0" providerId="AD" clId="Web-{EAE69522-2905-C385-C359-9FAF868FF1C1}" dt="2025-10-09T21:17:41.019" v="209" actId="20577"/>
        <pc:sldMkLst>
          <pc:docMk/>
          <pc:sldMk cId="1215461805" sldId="270"/>
        </pc:sldMkLst>
        <pc:spChg chg="mod">
          <ac:chgData name="Mai-sophie Meng" userId="S::mm1207@duke.edu::2cbbaee7-b319-406a-9c70-46e19985abe0" providerId="AD" clId="Web-{EAE69522-2905-C385-C359-9FAF868FF1C1}" dt="2025-10-09T21:17:41.019" v="209" actId="20577"/>
          <ac:spMkLst>
            <pc:docMk/>
            <pc:sldMk cId="1215461805" sldId="270"/>
            <ac:spMk id="8" creationId="{F93A84C4-54A0-81EE-E380-7919CBDE3440}"/>
          </ac:spMkLst>
        </pc:spChg>
        <pc:picChg chg="mod">
          <ac:chgData name="Mai-sophie Meng" userId="S::mm1207@duke.edu::2cbbaee7-b319-406a-9c70-46e19985abe0" providerId="AD" clId="Web-{EAE69522-2905-C385-C359-9FAF868FF1C1}" dt="2025-10-09T21:17:37.128" v="206"/>
          <ac:picMkLst>
            <pc:docMk/>
            <pc:sldMk cId="1215461805" sldId="270"/>
            <ac:picMk id="4" creationId="{99DB259F-683B-FF3D-B55E-3607354E806E}"/>
          </ac:picMkLst>
        </pc:picChg>
      </pc:sldChg>
      <pc:sldChg chg="modSp add replId">
        <pc:chgData name="Mai-sophie Meng" userId="S::mm1207@duke.edu::2cbbaee7-b319-406a-9c70-46e19985abe0" providerId="AD" clId="Web-{EAE69522-2905-C385-C359-9FAF868FF1C1}" dt="2025-10-09T21:19:18.491" v="218"/>
        <pc:sldMkLst>
          <pc:docMk/>
          <pc:sldMk cId="395237182" sldId="271"/>
        </pc:sldMkLst>
        <pc:spChg chg="mod">
          <ac:chgData name="Mai-sophie Meng" userId="S::mm1207@duke.edu::2cbbaee7-b319-406a-9c70-46e19985abe0" providerId="AD" clId="Web-{EAE69522-2905-C385-C359-9FAF868FF1C1}" dt="2025-10-09T21:18:37.113" v="214" actId="20577"/>
          <ac:spMkLst>
            <pc:docMk/>
            <pc:sldMk cId="395237182" sldId="271"/>
            <ac:spMk id="8" creationId="{4BCFC102-B6A5-33A8-0E17-0DC7C018A55B}"/>
          </ac:spMkLst>
        </pc:spChg>
        <pc:picChg chg="mod">
          <ac:chgData name="Mai-sophie Meng" userId="S::mm1207@duke.edu::2cbbaee7-b319-406a-9c70-46e19985abe0" providerId="AD" clId="Web-{EAE69522-2905-C385-C359-9FAF868FF1C1}" dt="2025-10-09T21:18:45.769" v="215"/>
          <ac:picMkLst>
            <pc:docMk/>
            <pc:sldMk cId="395237182" sldId="271"/>
            <ac:picMk id="4" creationId="{6292571C-3EFB-34EC-106B-C0FFF796DC6F}"/>
          </ac:picMkLst>
        </pc:picChg>
        <pc:picChg chg="mod">
          <ac:chgData name="Mai-sophie Meng" userId="S::mm1207@duke.edu::2cbbaee7-b319-406a-9c70-46e19985abe0" providerId="AD" clId="Web-{EAE69522-2905-C385-C359-9FAF868FF1C1}" dt="2025-10-09T21:18:56.974" v="216"/>
          <ac:picMkLst>
            <pc:docMk/>
            <pc:sldMk cId="395237182" sldId="271"/>
            <ac:picMk id="5" creationId="{FFBE3152-6A0B-DEE2-5A57-E7112459541A}"/>
          </ac:picMkLst>
        </pc:picChg>
        <pc:picChg chg="mod">
          <ac:chgData name="Mai-sophie Meng" userId="S::mm1207@duke.edu::2cbbaee7-b319-406a-9c70-46e19985abe0" providerId="AD" clId="Web-{EAE69522-2905-C385-C359-9FAF868FF1C1}" dt="2025-10-09T21:19:06.881" v="217"/>
          <ac:picMkLst>
            <pc:docMk/>
            <pc:sldMk cId="395237182" sldId="271"/>
            <ac:picMk id="6" creationId="{1D06B3CE-1D3B-F76B-8E0A-9E6006F4AE1B}"/>
          </ac:picMkLst>
        </pc:picChg>
        <pc:picChg chg="mod">
          <ac:chgData name="Mai-sophie Meng" userId="S::mm1207@duke.edu::2cbbaee7-b319-406a-9c70-46e19985abe0" providerId="AD" clId="Web-{EAE69522-2905-C385-C359-9FAF868FF1C1}" dt="2025-10-09T21:19:18.491" v="218"/>
          <ac:picMkLst>
            <pc:docMk/>
            <pc:sldMk cId="395237182" sldId="271"/>
            <ac:picMk id="7" creationId="{A2014F87-691F-2CB3-815D-DFCA2EE3113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C89B28D7-06F4-4094-C72F-9978313E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843" y="3523012"/>
            <a:ext cx="3391510" cy="335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92890B-CEC0-A694-93AE-3085581B1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26824" y="3406733"/>
            <a:ext cx="3334988" cy="3374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0C429C-FEB2-4ED0-C660-9FD43A8DA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4" y="232559"/>
            <a:ext cx="3265716" cy="3295403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0B52EF4-BAD4-CD64-0DAC-5B39E9289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05642" y="215240"/>
            <a:ext cx="3305300" cy="3315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4333E8-FA3B-C656-0E29-681B583D4321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1 – Plot 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4948-B94B-46E5-7958-A99E8C04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95596F-FE3F-72C0-B410-69BB97FB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23" y="3523012"/>
            <a:ext cx="3352550" cy="3352550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E6A24FA4-2C59-C9F5-49C6-CEF55EAEE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26824" y="3426525"/>
            <a:ext cx="3334988" cy="3334988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34B1474A-7E7C-A7AB-FF0E-DC626EF3B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4" y="247402"/>
            <a:ext cx="3265716" cy="3265716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870C37CF-A113-DDB1-3E17-43C6CF1D4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05642" y="220188"/>
            <a:ext cx="3305300" cy="3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E4DCFA-8BC7-F031-0F6E-A3F00F84FDA3}"/>
              </a:ext>
            </a:extLst>
          </p:cNvPr>
          <p:cNvSpPr txBox="1"/>
          <p:nvPr/>
        </p:nvSpPr>
        <p:spPr>
          <a:xfrm>
            <a:off x="8570561" y="1365662"/>
            <a:ext cx="324538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1 – Plot 2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0258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9496-1D64-2CD4-BE17-48CD41D2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3C0A7F7F-68E5-8068-FFAB-39A8DFBA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27" y="2086936"/>
            <a:ext cx="4251319" cy="4251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0C6A37-846E-328C-DCEE-AC65A3C0A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337" y="2195602"/>
            <a:ext cx="4038373" cy="4038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4B12F0-1B3E-ABE4-00C5-57A001C6A8D9}"/>
              </a:ext>
            </a:extLst>
          </p:cNvPr>
          <p:cNvSpPr txBox="1"/>
          <p:nvPr/>
        </p:nvSpPr>
        <p:spPr>
          <a:xfrm>
            <a:off x="8570561" y="1365662"/>
            <a:ext cx="324538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1 – Plot 3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8814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DAF48-9657-A98B-C7D8-CC8198F5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81AFB-6B92-CF28-2EB6-864CD6413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27" y="2086936"/>
            <a:ext cx="4251319" cy="4251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88E4A7-B59A-C6A9-61AC-DAF1E8E05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798701" y="2180758"/>
            <a:ext cx="4127437" cy="4157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F739C1-9C75-7575-12BB-A747AF1F7465}"/>
              </a:ext>
            </a:extLst>
          </p:cNvPr>
          <p:cNvSpPr txBox="1"/>
          <p:nvPr/>
        </p:nvSpPr>
        <p:spPr>
          <a:xfrm>
            <a:off x="8570561" y="1365662"/>
            <a:ext cx="324538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1 – Plot 4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6639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CE49A-FB3F-B2C3-1020-37085D1EF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4F132D-6839-5128-CE31-A3767DE9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23" y="3523012"/>
            <a:ext cx="3352550" cy="3352550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4F26B1E-8D0E-297F-7EE3-8EF792F56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089071" y="3480954"/>
            <a:ext cx="3097482" cy="3443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406782-8F0E-17F4-3B23-1974BF409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4" y="247402"/>
            <a:ext cx="3265716" cy="3265716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C8D8559B-B538-4DDA-7D7A-C754127E1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15538" y="338941"/>
            <a:ext cx="3305300" cy="3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E02C3F-9F21-E086-EAAF-AD5AEBA57322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2 – Plot 1</a:t>
            </a:r>
          </a:p>
        </p:txBody>
      </p:sp>
    </p:spTree>
    <p:extLst>
      <p:ext uri="{BB962C8B-B14F-4D97-AF65-F5344CB8AC3E}">
        <p14:creationId xmlns:p14="http://schemas.microsoft.com/office/powerpoint/2010/main" val="149840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5D22-6AF1-D4B4-D9D1-D815BDBC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0CEFED-7101-99F1-50B1-6F2A30A3D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80" y="1741713"/>
            <a:ext cx="3946316" cy="3916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44EBBD-6831-389C-E874-632F978C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26825" y="1848096"/>
            <a:ext cx="3829793" cy="3938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8DA9BF-3D63-CD1C-0474-0C6071280D36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2 – Plot 2</a:t>
            </a:r>
          </a:p>
        </p:txBody>
      </p:sp>
    </p:spTree>
    <p:extLst>
      <p:ext uri="{BB962C8B-B14F-4D97-AF65-F5344CB8AC3E}">
        <p14:creationId xmlns:p14="http://schemas.microsoft.com/office/powerpoint/2010/main" val="4026464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C9579-D3DC-9533-E9F2-4B22CFA4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13561C-5F8B-3DF1-65CF-20FA65D06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23" y="3523012"/>
            <a:ext cx="3352550" cy="3352550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F26E45A-85A9-9B7B-6F95-146E82864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149" y="3654135"/>
            <a:ext cx="3097482" cy="3097482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686B3A7D-39F8-DCE2-3296-ADEF220F6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4" y="247402"/>
            <a:ext cx="3265716" cy="3265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932FBC-67B2-DFA3-FF2A-30BECB4E0D69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2 – Plot 3</a:t>
            </a:r>
          </a:p>
        </p:txBody>
      </p:sp>
    </p:spTree>
    <p:extLst>
      <p:ext uri="{BB962C8B-B14F-4D97-AF65-F5344CB8AC3E}">
        <p14:creationId xmlns:p14="http://schemas.microsoft.com/office/powerpoint/2010/main" val="220489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D16E6-C218-6541-314D-120CF4D8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9964D-A6B1-9507-5EFD-B219E1F23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23" y="3523012"/>
            <a:ext cx="3352550" cy="335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BDE436-6420-694A-85D3-A41D363B2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55474" y="3609603"/>
            <a:ext cx="3394364" cy="3166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1B2B1E-B2FA-B07D-5B0A-79577785D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5" y="534390"/>
            <a:ext cx="3117275" cy="3117275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A0CFFE5-CC6E-329F-C91A-6C000DDDF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15538" y="338941"/>
            <a:ext cx="3305300" cy="3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B7C1F7-4CA7-0967-87D0-EE07096501D8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2 – Plot 4</a:t>
            </a:r>
          </a:p>
        </p:txBody>
      </p:sp>
    </p:spTree>
    <p:extLst>
      <p:ext uri="{BB962C8B-B14F-4D97-AF65-F5344CB8AC3E}">
        <p14:creationId xmlns:p14="http://schemas.microsoft.com/office/powerpoint/2010/main" val="424510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80E8-3AB6-C296-663D-7BD92991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EEF725-32D1-C71B-51F2-C1FA7A575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93" y="3516500"/>
            <a:ext cx="3482805" cy="335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334F42-98CA-49DF-2451-F8F31C7AA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57866" y="3540162"/>
            <a:ext cx="3344969" cy="3312405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8F101A08-2466-718D-6597-226B97C5D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4" y="247402"/>
            <a:ext cx="3265716" cy="3265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3674E-4D75-193F-5DBC-5B1611434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09025" y="202172"/>
            <a:ext cx="3305300" cy="3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3BD440-6C7D-2D76-1BBD-AC8154FB8714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3 – Plot 1</a:t>
            </a:r>
          </a:p>
        </p:txBody>
      </p:sp>
    </p:spTree>
    <p:extLst>
      <p:ext uri="{BB962C8B-B14F-4D97-AF65-F5344CB8AC3E}">
        <p14:creationId xmlns:p14="http://schemas.microsoft.com/office/powerpoint/2010/main" val="154918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0AA61-A771-0B03-CAB7-7F2B37FA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624ADB-8F32-2B83-3509-A0046E232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20" y="3516500"/>
            <a:ext cx="3352550" cy="335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ABEA1D-257F-21B1-2B94-476365913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74148" y="3540162"/>
            <a:ext cx="3312405" cy="3312405"/>
          </a:xfrm>
          <a:prstGeom prst="rect">
            <a:avLst/>
          </a:prstGeom>
        </p:spPr>
      </p:pic>
      <p:pic>
        <p:nvPicPr>
          <p:cNvPr id="7" name="Picture 6" descr="A graph of a quadratic function&#10;&#10;AI-generated content may be incorrect.">
            <a:extLst>
              <a:ext uri="{FF2B5EF4-FFF2-40B4-BE49-F238E27FC236}">
                <a16:creationId xmlns:a16="http://schemas.microsoft.com/office/drawing/2014/main" id="{5C738E1D-B602-8439-6DE5-770B5EE93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9025" y="202172"/>
            <a:ext cx="3305300" cy="3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CDDBE8-3B7F-65D0-D5E1-2AFF7BEB4257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3 – Plot 2</a:t>
            </a:r>
          </a:p>
        </p:txBody>
      </p:sp>
    </p:spTree>
    <p:extLst>
      <p:ext uri="{BB962C8B-B14F-4D97-AF65-F5344CB8AC3E}">
        <p14:creationId xmlns:p14="http://schemas.microsoft.com/office/powerpoint/2010/main" val="330182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C7B24-D971-30EA-D26C-9FCECC32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B748B495-F655-C85D-405B-500E25769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20" y="3516500"/>
            <a:ext cx="3352550" cy="3352550"/>
          </a:xfrm>
          <a:prstGeom prst="rect">
            <a:avLst/>
          </a:prstGeom>
        </p:spPr>
      </p:pic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F0E783EA-AA00-00EE-A0C5-384DE7E2C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74148" y="3540162"/>
            <a:ext cx="3312405" cy="3312405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BBBA61E5-1727-F81D-D603-F1B074ADD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9025" y="202172"/>
            <a:ext cx="3305300" cy="3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34BA3C-629C-8E31-D876-2C091C59C435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3 – Plot 3</a:t>
            </a:r>
          </a:p>
        </p:txBody>
      </p:sp>
    </p:spTree>
    <p:extLst>
      <p:ext uri="{BB962C8B-B14F-4D97-AF65-F5344CB8AC3E}">
        <p14:creationId xmlns:p14="http://schemas.microsoft.com/office/powerpoint/2010/main" val="3826026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C11D-7B61-B8AD-447C-B7FE18E9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207FE6-34BA-B65C-1967-9499CE20C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20" y="3516500"/>
            <a:ext cx="3352550" cy="335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E913D-2B55-45AE-A68F-D7F2D8BF1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969" y="3533650"/>
            <a:ext cx="3403584" cy="3318917"/>
          </a:xfrm>
          <a:prstGeom prst="rect">
            <a:avLst/>
          </a:prstGeom>
        </p:spPr>
      </p:pic>
      <p:pic>
        <p:nvPicPr>
          <p:cNvPr id="6" name="Picture 5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1FC21F15-7B8F-FD67-23E3-A8AC73DDE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4" y="247402"/>
            <a:ext cx="3265716" cy="3265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F7C028-A5BD-592C-92EA-9456872D27B7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3 – Plot 4</a:t>
            </a:r>
          </a:p>
        </p:txBody>
      </p:sp>
    </p:spTree>
    <p:extLst>
      <p:ext uri="{BB962C8B-B14F-4D97-AF65-F5344CB8AC3E}">
        <p14:creationId xmlns:p14="http://schemas.microsoft.com/office/powerpoint/2010/main" val="145207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E22CA-6D13-7B4F-BAB0-898FE628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2571C-3EFB-34EC-106B-C0FFF796D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20" y="3516500"/>
            <a:ext cx="3352550" cy="335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BE3152-6A0B-DEE2-5A57-E71124595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74148" y="3540162"/>
            <a:ext cx="3312405" cy="3312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06B3CE-1D3B-F76B-8E0A-9E6006F4A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18364" y="247402"/>
            <a:ext cx="3265716" cy="3265716"/>
          </a:xfrm>
          <a:prstGeom prst="rect">
            <a:avLst/>
          </a:prstGeom>
        </p:spPr>
      </p:pic>
      <p:pic>
        <p:nvPicPr>
          <p:cNvPr id="7" name="Picture 6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A2014F87-691F-2CB3-815D-DFCA2EE31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09025" y="202172"/>
            <a:ext cx="3305300" cy="3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CFC102-B6A5-33A8-0E17-0DC7C018A55B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4 – Plot 1</a:t>
            </a:r>
          </a:p>
        </p:txBody>
      </p:sp>
    </p:spTree>
    <p:extLst>
      <p:ext uri="{BB962C8B-B14F-4D97-AF65-F5344CB8AC3E}">
        <p14:creationId xmlns:p14="http://schemas.microsoft.com/office/powerpoint/2010/main" val="395237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610F-46F1-9C8A-1000-1D8D4BE0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9E4DB2-40BA-D2CB-0AE2-71FD7866E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861" y="820193"/>
            <a:ext cx="5260806" cy="5221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C46FA1-E4E9-F4BA-C461-87FB86D69837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4 – Plot 2</a:t>
            </a:r>
          </a:p>
        </p:txBody>
      </p:sp>
    </p:spTree>
    <p:extLst>
      <p:ext uri="{BB962C8B-B14F-4D97-AF65-F5344CB8AC3E}">
        <p14:creationId xmlns:p14="http://schemas.microsoft.com/office/powerpoint/2010/main" val="945246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BAC0A-4B9E-D652-F853-949EF50B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A5EE75-51A3-7B6A-5620-0D7A4FAF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76" y="585731"/>
            <a:ext cx="5697165" cy="5690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CFA0B9-5EC4-75F7-67B8-AFE8FE15E18A}"/>
              </a:ext>
            </a:extLst>
          </p:cNvPr>
          <p:cNvSpPr txBox="1"/>
          <p:nvPr/>
        </p:nvSpPr>
        <p:spPr>
          <a:xfrm>
            <a:off x="8570561" y="1365662"/>
            <a:ext cx="3245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4 – Plot 3</a:t>
            </a:r>
          </a:p>
        </p:txBody>
      </p:sp>
    </p:spTree>
    <p:extLst>
      <p:ext uri="{BB962C8B-B14F-4D97-AF65-F5344CB8AC3E}">
        <p14:creationId xmlns:p14="http://schemas.microsoft.com/office/powerpoint/2010/main" val="124606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E5B8-49ED-552D-6238-B3F9CD69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black letters&#10;&#10;AI-generated content may be incorrect.">
            <a:extLst>
              <a:ext uri="{FF2B5EF4-FFF2-40B4-BE49-F238E27FC236}">
                <a16:creationId xmlns:a16="http://schemas.microsoft.com/office/drawing/2014/main" id="{99DB259F-683B-FF3D-B55E-3607354E8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32" y="585731"/>
            <a:ext cx="5690653" cy="56906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3A84C4-54A0-81EE-E380-7919CBDE3440}"/>
              </a:ext>
            </a:extLst>
          </p:cNvPr>
          <p:cNvSpPr txBox="1"/>
          <p:nvPr/>
        </p:nvSpPr>
        <p:spPr>
          <a:xfrm>
            <a:off x="8570561" y="1365662"/>
            <a:ext cx="324538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Site 3 – Block 4 – Plot 4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1546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170</cp:revision>
  <dcterms:created xsi:type="dcterms:W3CDTF">2025-10-09T19:09:37Z</dcterms:created>
  <dcterms:modified xsi:type="dcterms:W3CDTF">2025-10-09T21:19:19Z</dcterms:modified>
</cp:coreProperties>
</file>